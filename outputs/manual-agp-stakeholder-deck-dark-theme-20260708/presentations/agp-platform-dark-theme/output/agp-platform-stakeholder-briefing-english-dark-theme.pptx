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041293b89b4e6a" /><Relationship Type="http://schemas.openxmlformats.org/officeDocument/2006/relationships/extended-properties" Target="/docProps/app.xml" Id="R0ae8f27ee5b6481a" /><Relationship Type="http://schemas.openxmlformats.org/officeDocument/2006/relationships/officeDocument" Target="/ppt/presentation.xml" Id="Rab289aca260a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958814b4404b7c"/>
  </p:sldMasterIdLst>
  <p:notesMasterIdLst>
    <p:notesMasterId xmlns:r="http://schemas.openxmlformats.org/officeDocument/2006/relationships" r:id="Rd2a8f2e8df6841a8"/>
  </p:notesMasterIdLst>
  <p:sldIdLst>
    <p:sldId xmlns:r="http://schemas.openxmlformats.org/officeDocument/2006/relationships" id="256" r:id="R2ec0f020c4e64c74"/>
    <p:sldId xmlns:r="http://schemas.openxmlformats.org/officeDocument/2006/relationships" id="257" r:id="Ra486f0130ec84849"/>
    <p:sldId xmlns:r="http://schemas.openxmlformats.org/officeDocument/2006/relationships" id="258" r:id="Ra1f72d67cde3447b"/>
    <p:sldId xmlns:r="http://schemas.openxmlformats.org/officeDocument/2006/relationships" id="259" r:id="R2d5467a6fd614753"/>
    <p:sldId xmlns:r="http://schemas.openxmlformats.org/officeDocument/2006/relationships" id="260" r:id="R9167c24f8cee4673"/>
    <p:sldId xmlns:r="http://schemas.openxmlformats.org/officeDocument/2006/relationships" id="261" r:id="R21c724cc33594971"/>
    <p:sldId xmlns:r="http://schemas.openxmlformats.org/officeDocument/2006/relationships" id="262" r:id="Rd34b67952c3e466b"/>
    <p:sldId xmlns:r="http://schemas.openxmlformats.org/officeDocument/2006/relationships" id="263" r:id="Rca1827a6a2cb4ce0"/>
    <p:sldId xmlns:r="http://schemas.openxmlformats.org/officeDocument/2006/relationships" id="264" r:id="Rbd183a5478ea4236"/>
    <p:sldId xmlns:r="http://schemas.openxmlformats.org/officeDocument/2006/relationships" id="265" r:id="Re5d6aa7152854e3f"/>
    <p:sldId xmlns:r="http://schemas.openxmlformats.org/officeDocument/2006/relationships" id="266" r:id="R0375d61eba4b479e"/>
    <p:sldId xmlns:r="http://schemas.openxmlformats.org/officeDocument/2006/relationships" id="267" r:id="R7e21580af2a54623"/>
    <p:sldId xmlns:r="http://schemas.openxmlformats.org/officeDocument/2006/relationships" id="268" r:id="R04cd1764b14b480b"/>
    <p:sldId xmlns:r="http://schemas.openxmlformats.org/officeDocument/2006/relationships" id="269" r:id="R5cbc8048aadf4266"/>
    <p:sldId xmlns:r="http://schemas.openxmlformats.org/officeDocument/2006/relationships" id="270" r:id="R4638c59456be4ef5"/>
    <p:sldId xmlns:r="http://schemas.openxmlformats.org/officeDocument/2006/relationships" id="271" r:id="Re7877da431ae44b3"/>
    <p:sldId xmlns:r="http://schemas.openxmlformats.org/officeDocument/2006/relationships" id="272" r:id="Rbdafc0faecfc417e"/>
    <p:sldId xmlns:r="http://schemas.openxmlformats.org/officeDocument/2006/relationships" id="273" r:id="R5c3c725d95c34109"/>
    <p:sldId xmlns:r="http://schemas.openxmlformats.org/officeDocument/2006/relationships" id="274" r:id="Rcfc3dc9c1e6b40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58814b4404b7c" /><Relationship Type="http://schemas.openxmlformats.org/officeDocument/2006/relationships/theme" Target="/ppt/theme/theme1.xml" Id="R77b3bb72450f40b2" /><Relationship Type="http://schemas.openxmlformats.org/officeDocument/2006/relationships/notesMaster" Target="/ppt/notesMasters/notesMaster1.xml" Id="Rd2a8f2e8df6841a8" /><Relationship Type="http://schemas.openxmlformats.org/officeDocument/2006/relationships/presProps" Target="/ppt/presProps.xml" Id="R59da8ef514fa4fd0" /><Relationship Type="http://schemas.openxmlformats.org/officeDocument/2006/relationships/viewProps" Target="/ppt/viewProps.xml" Id="Rc9bbbb95ccb445d9" /><Relationship Type="http://schemas.openxmlformats.org/officeDocument/2006/relationships/tableStyles" Target="/ppt/tableStyles.xml" Id="Re9105ce963d64229" /><Relationship Type="http://schemas.openxmlformats.org/officeDocument/2006/relationships/slide" Target="/ppt/slides/slide1.xml" Id="R2ec0f020c4e64c74" /><Relationship Type="http://schemas.openxmlformats.org/officeDocument/2006/relationships/slide" Target="/ppt/slides/slide2.xml" Id="Ra486f0130ec84849" /><Relationship Type="http://schemas.openxmlformats.org/officeDocument/2006/relationships/slide" Target="/ppt/slides/slide3.xml" Id="Ra1f72d67cde3447b" /><Relationship Type="http://schemas.openxmlformats.org/officeDocument/2006/relationships/slide" Target="/ppt/slides/slide4.xml" Id="R2d5467a6fd614753" /><Relationship Type="http://schemas.openxmlformats.org/officeDocument/2006/relationships/slide" Target="/ppt/slides/slide5.xml" Id="R9167c24f8cee4673" /><Relationship Type="http://schemas.openxmlformats.org/officeDocument/2006/relationships/slide" Target="/ppt/slides/slide6.xml" Id="R21c724cc33594971" /><Relationship Type="http://schemas.openxmlformats.org/officeDocument/2006/relationships/slide" Target="/ppt/slides/slide7.xml" Id="Rd34b67952c3e466b" /><Relationship Type="http://schemas.openxmlformats.org/officeDocument/2006/relationships/slide" Target="/ppt/slides/slide8.xml" Id="Rca1827a6a2cb4ce0" /><Relationship Type="http://schemas.openxmlformats.org/officeDocument/2006/relationships/slide" Target="/ppt/slides/slide9.xml" Id="Rbd183a5478ea4236" /><Relationship Type="http://schemas.openxmlformats.org/officeDocument/2006/relationships/slide" Target="/ppt/slides/slide10.xml" Id="Re5d6aa7152854e3f" /><Relationship Type="http://schemas.openxmlformats.org/officeDocument/2006/relationships/slide" Target="/ppt/slides/slide11.xml" Id="R0375d61eba4b479e" /><Relationship Type="http://schemas.openxmlformats.org/officeDocument/2006/relationships/slide" Target="/ppt/slides/slide12.xml" Id="R7e21580af2a54623" /><Relationship Type="http://schemas.openxmlformats.org/officeDocument/2006/relationships/slide" Target="/ppt/slides/slide13.xml" Id="R04cd1764b14b480b" /><Relationship Type="http://schemas.openxmlformats.org/officeDocument/2006/relationships/slide" Target="/ppt/slides/slide14.xml" Id="R5cbc8048aadf4266" /><Relationship Type="http://schemas.openxmlformats.org/officeDocument/2006/relationships/slide" Target="/ppt/slides/slide15.xml" Id="R4638c59456be4ef5" /><Relationship Type="http://schemas.openxmlformats.org/officeDocument/2006/relationships/slide" Target="/ppt/slides/slide16.xml" Id="Re7877da431ae44b3" /><Relationship Type="http://schemas.openxmlformats.org/officeDocument/2006/relationships/slide" Target="/ppt/slides/slide17.xml" Id="Rbdafc0faecfc417e" /><Relationship Type="http://schemas.openxmlformats.org/officeDocument/2006/relationships/slide" Target="/ppt/slides/slide18.xml" Id="R5c3c725d95c34109" /><Relationship Type="http://schemas.openxmlformats.org/officeDocument/2006/relationships/slide" Target="/ppt/slides/slide19.xml" Id="Rcfc3dc9c1e6b40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c326d247a644a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b3261220a440ec" /><Relationship Type="http://schemas.openxmlformats.org/officeDocument/2006/relationships/notesMaster" Target="/ppt/notesMasters/notesMaster1.xml" Id="R61227d8fe4ac44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4a9c2463124a85" /><Relationship Type="http://schemas.openxmlformats.org/officeDocument/2006/relationships/notesMaster" Target="/ppt/notesMasters/notesMaster1.xml" Id="Rbde05fe8f4474a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9cb07dca4b4a5f" /><Relationship Type="http://schemas.openxmlformats.org/officeDocument/2006/relationships/notesMaster" Target="/ppt/notesMasters/notesMaster1.xml" Id="R8caa8ea73a1b4c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b2ef9b56b943c8" /><Relationship Type="http://schemas.openxmlformats.org/officeDocument/2006/relationships/notesMaster" Target="/ppt/notesMasters/notesMaster1.xml" Id="R66de50d27fcc4f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e52f2bb18c42fd" /><Relationship Type="http://schemas.openxmlformats.org/officeDocument/2006/relationships/notesMaster" Target="/ppt/notesMasters/notesMaster1.xml" Id="R01e33d64d14c47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920b68b0e34968" /><Relationship Type="http://schemas.openxmlformats.org/officeDocument/2006/relationships/notesMaster" Target="/ppt/notesMasters/notesMaster1.xml" Id="R8c2b2ff5194943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3c9ce3aea64515" /><Relationship Type="http://schemas.openxmlformats.org/officeDocument/2006/relationships/notesMaster" Target="/ppt/notesMasters/notesMaster1.xml" Id="R50689707a9de42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d4d079058d492a" /><Relationship Type="http://schemas.openxmlformats.org/officeDocument/2006/relationships/notesMaster" Target="/ppt/notesMasters/notesMaster1.xml" Id="Rf7725aae61334b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4d9cc914e14b11" /><Relationship Type="http://schemas.openxmlformats.org/officeDocument/2006/relationships/notesMaster" Target="/ppt/notesMasters/notesMaster1.xml" Id="Re3c63dad41ce4c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f1f20f0cb14daf" /><Relationship Type="http://schemas.openxmlformats.org/officeDocument/2006/relationships/notesMaster" Target="/ppt/notesMasters/notesMaster1.xml" Id="R3577644a95dd49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84610d56034514" /><Relationship Type="http://schemas.openxmlformats.org/officeDocument/2006/relationships/notesMaster" Target="/ppt/notesMasters/notesMaster1.xml" Id="Rd191325a0ce14d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0dfab7108e447f" /><Relationship Type="http://schemas.openxmlformats.org/officeDocument/2006/relationships/notesMaster" Target="/ppt/notesMasters/notesMaster1.xml" Id="R6cf329b7006248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68a9d67d114d2e" /><Relationship Type="http://schemas.openxmlformats.org/officeDocument/2006/relationships/notesMaster" Target="/ppt/notesMasters/notesMaster1.xml" Id="Rf71d3d3363ea41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f49b65b0814555" /><Relationship Type="http://schemas.openxmlformats.org/officeDocument/2006/relationships/notesMaster" Target="/ppt/notesMasters/notesMaster1.xml" Id="R881610f0fc9a49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3825f7e6374a4f" /><Relationship Type="http://schemas.openxmlformats.org/officeDocument/2006/relationships/notesMaster" Target="/ppt/notesMasters/notesMaster1.xml" Id="R0914681fa80546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b59ac8949b04f64" /><Relationship Type="http://schemas.openxmlformats.org/officeDocument/2006/relationships/notesMaster" Target="/ppt/notesMasters/notesMaster1.xml" Id="R12635ee55d654e7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f75e61032aa481b" /><Relationship Type="http://schemas.openxmlformats.org/officeDocument/2006/relationships/notesMaster" Target="/ppt/notesMasters/notesMaster1.xml" Id="Rd2a6bc0879fa435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4d241c854e424b" /><Relationship Type="http://schemas.openxmlformats.org/officeDocument/2006/relationships/notesMaster" Target="/ppt/notesMasters/notesMaster1.xml" Id="R1802fd140730401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8308c1a7eac4315" /><Relationship Type="http://schemas.openxmlformats.org/officeDocument/2006/relationships/notesMaster" Target="/ppt/notesMasters/notesMaster1.xml" Id="R5e2a52a53ab745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8cac3ca8b4eb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bdabe5b94ec4c8a" /><Relationship Type="http://schemas.openxmlformats.org/officeDocument/2006/relationships/slideLayout" Target="/ppt/slideLayouts/slideLayout2.xml" Id="R517125e1169c47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7125e1169c47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e6438304c14a9c" /><Relationship Type="http://schemas.openxmlformats.org/officeDocument/2006/relationships/notesSlide" Target="/ppt/notesSlides/notesSlide1.xml" Id="R8baf838e49604f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87efe4ff5444e6" /><Relationship Type="http://schemas.openxmlformats.org/officeDocument/2006/relationships/notesSlide" Target="/ppt/notesSlides/notesSlide2.xml" Id="Rb22d23117b3b4e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2d1577902843e1" /><Relationship Type="http://schemas.openxmlformats.org/officeDocument/2006/relationships/notesSlide" Target="/ppt/notesSlides/notesSlide3.xml" Id="R6fa75525636245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c95d9c4e4544ee" /><Relationship Type="http://schemas.openxmlformats.org/officeDocument/2006/relationships/notesSlide" Target="/ppt/notesSlides/notesSlide4.xml" Id="Rf4d3ad045bfc4f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e197635ad34fc7" /><Relationship Type="http://schemas.openxmlformats.org/officeDocument/2006/relationships/notesSlide" Target="/ppt/notesSlides/notesSlide5.xml" Id="R98465b6bbcff42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f9abe3e2034616" /><Relationship Type="http://schemas.openxmlformats.org/officeDocument/2006/relationships/notesSlide" Target="/ppt/notesSlides/notesSlide6.xml" Id="R0fecf1e1ee6c4f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705cc7b4cd453f" /><Relationship Type="http://schemas.openxmlformats.org/officeDocument/2006/relationships/notesSlide" Target="/ppt/notesSlides/notesSlide7.xml" Id="Rbbabed38af4041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7efa0ca91543bd" /><Relationship Type="http://schemas.openxmlformats.org/officeDocument/2006/relationships/notesSlide" Target="/ppt/notesSlides/notesSlide8.xml" Id="R572cc9813ffa48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7b41b6f7b346ee" /><Relationship Type="http://schemas.openxmlformats.org/officeDocument/2006/relationships/notesSlide" Target="/ppt/notesSlides/notesSlide9.xml" Id="R4a6a2010c4c549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33458914754ebf" /><Relationship Type="http://schemas.openxmlformats.org/officeDocument/2006/relationships/notesSlide" Target="/ppt/notesSlides/notesSlide10.xml" Id="R62c7ce334a6f47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e9fd9e2dbb46ca" /><Relationship Type="http://schemas.openxmlformats.org/officeDocument/2006/relationships/notesSlide" Target="/ppt/notesSlides/notesSlide11.xml" Id="Rd843712a2f5043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dd8861f0244ba9" /><Relationship Type="http://schemas.openxmlformats.org/officeDocument/2006/relationships/notesSlide" Target="/ppt/notesSlides/notesSlide12.xml" Id="R11f3e4fc7a2949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feba81a2834a5f" /><Relationship Type="http://schemas.openxmlformats.org/officeDocument/2006/relationships/notesSlide" Target="/ppt/notesSlides/notesSlide13.xml" Id="R2c6779ad663a4a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6acc36d2694f64" /><Relationship Type="http://schemas.openxmlformats.org/officeDocument/2006/relationships/notesSlide" Target="/ppt/notesSlides/notesSlide14.xml" Id="R81710589cb724e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707dcab1434937" /><Relationship Type="http://schemas.openxmlformats.org/officeDocument/2006/relationships/notesSlide" Target="/ppt/notesSlides/notesSlide15.xml" Id="R4215d038c66942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05cd6205884e13" /><Relationship Type="http://schemas.openxmlformats.org/officeDocument/2006/relationships/notesSlide" Target="/ppt/notesSlides/notesSlide16.xml" Id="Rf1f9ca94dce749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1d0340345d43f9" /><Relationship Type="http://schemas.openxmlformats.org/officeDocument/2006/relationships/notesSlide" Target="/ppt/notesSlides/notesSlide17.xml" Id="Rc49d8b1f45b849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689750ac66444e" /><Relationship Type="http://schemas.openxmlformats.org/officeDocument/2006/relationships/notesSlide" Target="/ppt/notesSlides/notesSlide18.xml" Id="R6959bbccd7a14e2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d6db3cb1f648fd" /><Relationship Type="http://schemas.openxmlformats.org/officeDocument/2006/relationships/notesSlide" Target="/ppt/notesSlides/notesSlide19.xml" Id="R0e90583b29f54d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8BBFC4-CAF8-493E-ADCF-DFB506D7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D031E-232B-49F0-8124-A30C3BD5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3DA91-C1C0-4EDB-8E73-A6B60F51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35956-2F84-4D5D-A6CA-1BF0E130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STAKEHOLDER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88F36-5E20-482D-A9A2-095A7F5B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turns governance into visible trust infrastructure.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902EE-903A-4880-AA49-8D671A84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Governance Platform helps charities improve governance, gives donors clearer confidence signals, and gives oversight stakeholders a shared evidence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90B52-A7CC-4ECD-8661-31883E6C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C21AD-BF71-4D40-AAF3-76E01BD6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669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90689-4FF4-43D5-9632-D64F94ED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evidence captured at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7735F-F91E-4E97-91DA-46496D50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D2E0D-E455-42BD-8400-CD4714F2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33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60B2F-82AD-4126-A5C6-DA71B682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813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signals scored and reviewed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21BBC-21F7-491B-B8E5-4D7480DD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290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1CB25-23A2-4D76-85D9-B284ACDD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Giving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EDC2E-932F-4EF4-A733-E19BED7D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donors decide with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A8AD8-A4C4-4B72-800D-54DE33FE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For discussion with zakat authorities, charities, funders, reviewers, and partners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8F0FE-6FC6-4274-8FB1-72A4932B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54945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A1DD2D-02C9-485E-8A18-77D9A630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03019-8552-4B10-B749-ADA75DCF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C1B05-E29B-4696-86BA-241236E4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A8248-2DE9-4DD8-9E57-5B2171E6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9DCD1-ACF3-4E6F-B1BB-50E45DF0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Donation rails improved; governance visibility did not keep 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BFF3F-2D63-4C94-9334-D77A201C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The sector is not short of generosity. It needs shared, affordable infrastructure that turns governance work into evidence donors and oversight bodies can trust.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C7002-9901-41CD-855D-79881CCD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37254-A542-4A03-8575-4A8E11C8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F720F-4144-43D5-9BD2-53B919E4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Digital fundraising expanded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85372-8C32-4B9F-A9DC-9CBD6450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242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More channels, faster campaigns, higher donor expectations.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71DBF-C454-4880-9FA3-B49F96C3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95939-191E-46C9-8A6E-57D7F7A1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3C39F-F46F-41BC-B0FC-01986A1B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remains fragmented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24A56-9449-4B14-872C-31A87BA7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338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Documents, approvals, reports, and evidence live separately.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BB213-967B-4C48-B8B1-4A1190C5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C062B-E032-4022-AB4A-0B78590A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4474B-B690-4F5A-8272-92CA11CE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Oversight workload rises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D3D98-2D8B-4889-BD51-DD61B246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434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Reviewers need structured signals, not more unstructured PDFs.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68E4E-B0B1-4E52-B59C-68225822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6B65A9-B517-42CF-9612-6550B3F1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BD4EA-37ED-4305-867E-46A9C343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911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 need confidence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04935-2925-4EF6-86E4-92240F89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530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Giving depends on trust that is visible and current.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8DA5CD-6AD9-4F10-BCAA-A53DD3F8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AGP pitch notes and architecture docs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990225-C908-448D-B50B-7D8942BF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230388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2C5290-4F93-4DC8-AA78-2563B70E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370C4-35BA-4F06-BA19-EDF796CB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D3C1F-878D-4D59-900E-67D636C0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621B3-ED94-402A-A162-48D7E6E2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PLATFORM 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6E65E-9311-45A9-9248-6AB41850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creates a closed loop between better governance and better giving.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FFC9D-3A3B-4F06-8598-A585CF5B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28DA1-6777-4E98-8CF2-BF3AD945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improves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D821E-3EA6-4D22-94F7-76EF7E01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policies, reports,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F421B-7D18-40E5-B512-FB952290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91DE4-6AC0-4C65-918D-D83B2F72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B4ED2-B89D-4291-9D07-6C5B9192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Evidence captured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523B5-AD55-497B-9B84-8232FB7B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events, documents, reviews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6110C-4E12-41E1-B159-E9A141BB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2D204-7A58-42F2-9981-7E7DEC18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864E8-914A-42C4-94BF-9A977EEC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 Index visible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21AE7-70CA-49A2-9F0C-8DC0D3FB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score and trust signals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ECB124-E243-4221-BDAC-D5EDD4CC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92A7B3-14E5-43B5-A2EE-58882BF0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1B0A9-1D4B-4C53-8ADB-1362EFA7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 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3951D5-3DCA-417F-A924-3DB2CD51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profiles, badges, receipts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143201-F280-4B5C-A382-E7FB2B5C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1C3014-3478-495C-A001-1FCC7A32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14FEA1-0D38-42C0-A77F-5EC08374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Trust compounds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C2A281-69A4-4655-B659-09DE8D18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better giving behaviour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954A0-AC9A-4075-A071-1292FD36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pitch notes, Amanah Index upgrade notes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490ECD-AA4C-4BD9-A486-54B0A207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532091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A494EF-119B-4EEE-BD73-6730CBF3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CF80B-B0D5-4638-9896-26A7B15B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6195D-80D8-436A-974A-C97B91EA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EF8C2-ACC4-44ED-9E28-B66A202F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STAKEHOLDER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4F44A-B03F-4483-AEA3-3E27B038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Different stakeholders need different views of the same trust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35BFF-6447-4C7C-98C2-A19BAA46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92E69-41A1-48F4-9802-0C968FED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07E61-3C9E-44DC-A4AE-8765E211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Charities / mosques / NGOs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011E3-66D4-4B9C-9032-C8A7B184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431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Affordable governance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199A0-1BD3-4BF2-9751-30BC516D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EA0FB-51C8-4A00-917C-CC8162D7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907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716DE-A548-414E-8EBB-4BCA7CC0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BDA59-FE95-4F2B-8CDD-D7CB60EF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1A4D9-E905-417C-83ED-8340DBF0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 / corporate CSR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28FD6-F829-4C59-9E2F-45332F8E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527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Clear signals before giving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3F125-E1DB-4388-896C-9F770D47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F9717-082A-4FBA-AEA4-32F709DE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9891C-A1A5-40CD-8AF1-707F6369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01962E-D666-4976-8D48-F13AF6BC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7CF65-FB4C-4EDD-9237-C46A9B64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Zakat / waqf / councils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B6604-8B97-4496-8EED-130A379D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623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Monitoring without manual chaos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2A4B0C-45AA-482C-AC6E-61243315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242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53684F-7B05-41EE-A9A2-31C32EC5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99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F99C0-20ED-4A62-91E1-0CB4EDA2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ADEAA5-2674-4B2E-BABE-21ADB043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4D94AE-F13D-43FE-A300-0B89AF3C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Reviewers / scholars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CA2285-001F-4760-977A-C38B1814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19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Structured evidence and audit trail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AAD78D-5D45-45C5-9B85-5D99645C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338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CF2C03-F756-4240-BBA7-5CE4EB50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95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1B97C1-F19A-4EE0-9BF8-F77E8430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6BEDDC-8374-47FA-9AF6-CCB30804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1676E8-F918-4D10-8CFB-2656BE93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Grantmakers / partners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BE467E-E3CA-4DAC-94D7-B4778637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815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Pilot outcomes and adoption proof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81AAD6-3463-4965-96A1-DB3B5F27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0CB525-9166-4F7F-961B-4196EDC2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291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Reports + profiles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3A82CF-471C-4539-A9ED-7ADBA015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architecture map and pitch notes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099E3B-E84C-4A52-9076-E1D1B094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25918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5D12AD-9121-48DF-9C4D-D4613AF0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81844-3291-4E02-8F22-7F7EBAC7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C5036-0A94-48A1-A07A-8978DB28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80C03-6736-4612-85BB-15FFB354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PRODUCT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6149F-E0B9-4C7D-AD5F-B75FED1A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Three products surround one scoring and evidence 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156AF-3796-45C4-B456-E21AFD6B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E8D20-1353-4DDD-BAE7-F0261687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F3EFB-BF3D-4C8B-899F-C3FEDB1E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public donor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8897B-FAD4-43BF-90BA-717FB7B0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030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79F15-0916-4CEF-AC88-4E3E3B10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62E65-43A2-4AEB-ABAA-3321A3D9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5275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org governance workspace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0C344-4D6D-4E4C-AEF2-28594BC4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A2B52-2D84-4B31-906F-B7A6B26E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289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2D603-3704-4D57-B5F2-B1DBE268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5275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reviewer/admin authority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DA3D9-6746-4B5C-A6B2-902364F7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67200"/>
            <a:ext cx="941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E5F67-E090-4A97-8A00-E93A99FF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352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@agp/scoring + Supabase evidence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3F4A0-F670-423E-A5A5-561A9627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86300"/>
            <a:ext cx="742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/ CTCF scoring, RLS-protected Postgres, private storage, append-only trust events, audit logs, payment webhook events, and index history.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BAA40-4EAA-47EE-B2BD-BBFA4DB3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docs/ARCHITECTURE_MAP.md, ADR-001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EC4661-6B9B-4842-A82E-AAB96D29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877624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FC1AB3-40BF-434F-B078-7194F197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2E575-FA7E-4970-AF22-3B611608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15BBB-0900-49D6-A285-2FF0A20C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A7C1E-3B8E-4C52-BA75-D80EEF25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TRUST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AFE82-C1DA-457C-94C4-C6BED542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Trust is earned through events, not asserted once a year.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DC217-76F6-4617-BD68-1F445906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F9C1D-D889-49F8-91AC-9E880EDF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4807E-3093-42DD-9B42-F9C06943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report, policy, payment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1F7FB-416F-46DE-BC4E-A2BD0EE1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CAF1E-6398-47BC-9449-82EE553E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09E55-512A-4822-B15A-4E6912C1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15FDD-4E35-4E8D-8BBF-DBDEB632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file, transaction, approval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15F4B-3CCB-49F4-8959-DFF6BED7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25D52-FF80-43E8-8A1F-4BEEA863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A598B-7D85-4593-8330-54167FB7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event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620C4-F7D5-40F0-816D-E2B6CD99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append-only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5DD75-1E9B-4AAA-9FE5-4AB3DE7C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6A4E4-C3F8-43D5-82C1-935F332B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3864A-344A-4761-9B17-6EF19704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330290-09EA-4CEB-B358-4F7E894C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/ CTCF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DC19D7-8707-4A05-91C7-98FAA7AB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A2A0BE-4E04-418A-A23D-0A30717E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B1E883-C728-4759-804B-35C11307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Public signal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A7B05A-EDBA-44D1-837C-0A5E1ED8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badge, timeline, profile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01F117-6D9A-4463-8A2D-517C6839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Amanah Index V2.1 sprint 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4EFEC2-E521-485C-95B6-880797E0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32505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FE3C9B-9952-4EE9-9F78-3371B827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1218-70C0-430C-8B30-2746F900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64ED4-1491-4192-A99D-C1EA6130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997CA-37FD-4629-A5CC-5AE0D0CC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SECURITY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F83DE-DBD4-4BA0-B759-D61E778F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architecture is intentionally small, secure, and pilot-ready.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B8823-5C18-4FC8-BD1A-A3C74682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36052-F720-4EC3-9987-C5010D16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Next.js app surfaces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19AF1-4D10-443C-8570-003F15DF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AmanahHub, amanahOS and AGP Console keep app logic close to UX.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399D2-AB38-4981-ABB3-3DE597DD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6705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E99F1-D358-4054-ABA4-6B112549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956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Supabase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12F1B-597D-44A7-8FD9-19B1DFF3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1950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Auth, Postgres + RLS, and signed URLs keep organization_id as tenant boundary.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4F4F2-D5FE-42A7-813B-208F4E58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0F945-1018-43AB-ABAB-121ED289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956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Privileged tasks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1904B-FFEF-4F12-9C3E-89194463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19500"/>
            <a:ext cx="2590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Webhooks, score recalculation and invites stay server-side.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3FC76-FA9B-4EAF-B630-CFA0F983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ADR-001, architecture constraints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B0B75-5D64-44C6-840F-2B4D01A3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608512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9D8708-C8A8-44BC-B5DF-0147358B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7C052-CF22-4145-B4F5-29C27595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BD2DD-403E-43A6-BFAC-521D8E8F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C0A09-3AC2-44C6-BE70-0EAF6C9C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PILOT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7E79F-3893-40D4-8232-E31FA4C7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Pilot success should prove governance adoption, not vanity usage.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2B1E5-EA6A-49DC-9AFE-66E55483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ABD00-D021-4686-B9C6-84D7E278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Onboarded organizations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3049D-B81C-40BF-9F4C-147515AF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selected mosques, NGOs, waqf or charity pilots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E712B-D987-4B45-A548-C87D3A3B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0B760-7688-4C6D-9E68-B736C57C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activity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D467E-EA7A-45F3-8119-5AC908EE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reports, policies, evidence uploads, approvals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CA095-00F5-424B-B0EC-1EE1B093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0CD39-6C64-41F3-9752-F54269F0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signal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EC782-5576-455A-9111-62627ACE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reviewable events, public profiles, score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4F7A4-37DB-4A77-B82A-8327BF70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7E249-9559-4801-B270-13299674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Stakeholder 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0C177-4C14-42AB-840F-A7F78FB9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donor readability and reviewer efficiency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050F52-FC53-40FA-B740-5717C21F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pitch notes and Phase 2 architecture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FC75D0-2E33-4EB7-9BE5-FA45252E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55228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C2CFC8-185B-4FA4-8626-34C2BAF0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EF64C-6C58-40CC-BD1E-355957F5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12D6A-4756-4B65-AA3A-D5DA3A8D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3F07E-5CA5-43BB-994B-86CD7F0F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SUSTAINABILITY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0677E-ECE6-48F7-B7E4-B58D1F0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Public-good outcomes can connect to a sustainable operating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8166A-1244-4278-9741-D62F905C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853AA-98EC-4A63-BAD0-7A0EBF20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495B3-FE93-4C95-BA96-154CCDA4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C5F63-F1FC-4C4A-B5E0-DDD12CB0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431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org subscription / sponsored 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40D8E-CA96-4D88-B73B-B48C271E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52362-D819-4B78-807A-E92E6B21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E04A6-DAF0-443C-A1BA-B51F92D5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verification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276CE-9971-4CE0-B024-6733AB13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527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reviewer and certification workflows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2A4E5-F5DD-4A18-9133-12A5C2C1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CB80D-2598-414F-9866-5C7089FE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332C1-277E-4C52-8E07-EDFEE0EB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Compliance reporting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C7B63-EC2E-4FB7-9BC2-38926F4E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623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export packs for funders and regulators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E2C8E-BCD0-48A7-AF8C-C75CEE4A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691F2C-1410-41BF-B68A-2E86EE93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EF1F8-C0B5-486E-9174-BD79076F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Public trust profiles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F1EFEC-89AC-4790-9DCE-D515F68C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19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donor confidence and fundraising lift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F802C1-A183-4BF7-B5E5-2AD359FF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pitch sustainability notes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C6A0E1-15A6-45A1-852D-B890BC5F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281804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1F3084-0F32-4C33-8977-B1A7FEAD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09594-813A-4B57-9B85-9DB0CA49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0BE11-004A-4F5C-90B3-6AC8DFF1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0EBFD-FDC3-4535-A221-A937A847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AFEE4-5EB2-48D8-81B9-3B3A3F8C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roadmap should earn trust before scaling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9EE9D-9A25-4FC7-A61A-BBAB462F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C771D-8F47-437A-A567-D1EE1C8F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B0FEB-197C-411E-A42F-FA570D79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DEE95-07E4-4906-BF5C-44AD178F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AmanahHub, Console, CTCF, Amanah Index, payments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93055-421D-464F-BFA0-27949FF3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C983D-4247-4A9D-BB9C-4F53C9E7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F4778-9AE2-49CA-9D8E-C46492AC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Org workspace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C7970-A64B-4FE1-819D-C3365E02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amanahOS, accounting, policy kit, evidence workflows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DF133-4E09-4962-8DBE-D6A48C27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7E572-EEC1-4C53-A059-DDC2F4BA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EB2AD-9018-4607-A0AB-ACC21707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intelligence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2AB27-9A18-4622-868C-FE112CAA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current trust health, event registry, public timeline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5222E-8D93-4DEE-88EB-9D3A0C42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7409A-23F0-4BE8-B1D6-BAECF40B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5691D-EA03-40DD-BFEE-07491523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Ecosystem scale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1F81B-855E-434F-A1F2-42F2D605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multi-stakeholder pilots, reporting packs, partner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2014DA-3582-4D24-982E-9B795D34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docs/ARCHITECTURE_MAP.md Phase 2 build order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01B355-7C5B-4BD5-8705-5C6D9F27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291142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900513-CD1B-4F11-B96F-089BC1D9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326DD-AE47-4564-8262-034BA271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B657A-D163-4B4B-B4D6-99A1B82F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4ED73-6E7F-4559-AF41-0558D3F3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STAKEHOLDER COMMITMENTS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D5826-1507-4F02-A125-812D4D4F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next step is ecosystem alignment, not just software approval.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C8901-FD6E-47E8-A920-0BAE8009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7CED8-899A-4961-AA61-B4F429E9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Authorities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04946-6FFC-4309-A2BF-3D063201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define pilot guardrails and review expectations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B4746-71F3-4FCC-AACF-FB45CFF4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45FC8-0B4F-4D07-8383-7D3C32F6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Pilot organizations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0695C-DDCB-4344-9C53-430DA428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use amanahOS for real governance workflows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F2A63-ACAF-44D3-9CE8-2245F0C7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4C314-F070-41E6-B50D-694ABC5D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Reviewers / scholars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041EF-DA1B-4BE1-A4D8-E388F9F5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validate scoring, evidence, and public-readiness logic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61238-4959-41A7-956A-2793C7CA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BC44B-0676-48EC-BED1-B8FF5600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956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Funders / partners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D5F6C7-5BAF-4B85-99D1-DD56F99D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1950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support build, onboarding, evaluation, and 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9019AB-0539-442E-AF1E-B429554E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stakeholder framing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0FD7A-F434-4064-A989-B87D7778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962408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3DE1B8-3EDC-4216-84BD-24564913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C39FD-21ED-4674-9561-C83C63C1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536959-A2FF-4ABD-A162-D66D8C90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3FA85-A29D-46D4-BC1C-0813F962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DECISION 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FD106-F3BE-4A40-AADB-06512F72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Sponsor the pilot, validate the trust model, and help AGP become shared infrastructure.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8D28A-24D9-41D5-BBF4-39E6D955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D6217-7E00-4E00-B975-A793710C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52A48-BF9E-4632-8A7C-14F136A4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Pilot cohort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DBF5F-53D8-4E50-BAFE-D69EAD60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representative charities, mosques, NGOs, waqf bodies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21F30-7FE7-4623-9944-4E97341A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8BE2E-D6AB-475F-B390-6C6F1845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6E50F-D96C-40C6-9439-C3D3F7D0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council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236C0-56F9-4F81-AF63-062A207F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reviewers, scholars, policy owners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B89080-E920-4199-BB9E-D2A05813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F66BE-38E0-4E19-80B4-59CCF79C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40941-B02C-489B-8E06-F32ECB0E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Implementation support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C000F-1E44-4E30-AFE2-47E0E8ED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onboarding, training, evaluation, hardening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06396-DC0F-4845-BBE2-7E3244FA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2B6AC4-C9EE-4774-9311-19B8E937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63FCB6-E5A1-44BF-8A5A-6CC0D0F1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Public trust standard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DAAC24-EF3A-433A-B765-3566927C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290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evidence, scoring, publication governance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5702FD-1944-4A87-9003-F07909A4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Prepared from AGP repository docs and pitch notes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0ED63E-3FA9-48F5-B416-1146424F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0982253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5A67AC-C042-411E-AEEB-C22D4D30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BB1C9-8093-4CF1-9236-75B9F79F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51131-743E-4939-928F-83E58CCD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35296-CA57-4C02-9590-9B1FD9E1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AMANAHHUB / ABOUT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4B02B-0FE4-4776-ADAF-1F19E538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AmanahHub exists because trust is the foundation of giving.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9389F-A669-48E8-B382-CE6B5410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When donors cannot see where their Sadaqah goes, or whether governance is sound, they give less - and those who need help receive less.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E813B-7444-4034-807C-1A0B05CC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8EB6F-5AE9-419D-8FBA-367FACA2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697AE-58AC-40BC-9AB9-098C81F6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Malaysia-first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6BB92-EEE4-4B0D-A86E-49D6C40F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242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Built for ROS, JAKIM, SIRC, and state-level regulatory contexts.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AA835-5496-463B-954F-EF4FDA81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24CDF-74C3-459B-9976-6EDE48D8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139C9-DCB8-4C8F-9DE2-F990C2B1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Non-custodial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0B157-B891-41DA-94B8-EC28D6AD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338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Donations flow directly from donor to charity.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4C2F7-E64D-44BC-B416-D9D5CEFA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F8F45-95C5-4AA2-8865-100BB06B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466E4F-302D-4B97-99D6-64041F97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Evidence-based scoring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8EB06B-33CD-470F-B85D-936FA14F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434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Computed from verified documents, records and field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7AF15-58A3-4CF4-95B4-C20DA823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AB13A-48C6-4966-8DD4-7A413C8B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BD093-AC3F-4BF4-9770-4CE8C184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911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Open to all org types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65EF38-9E03-43EE-9EEE-542D5C17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530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NGOs, mosques, waqf institutions, and foundations.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015FC-9E3F-4EB2-BC8C-C770FF60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apps/user/app/about/page.tsx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0E4677-E0CD-446F-AFD9-9AF65659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9442015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153D64-835C-4813-A538-67E7831E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F918C-1546-43C1-87FD-12BB4D6F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F32FC-679F-49BB-B243-55FA00A2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37642-BB37-4247-8491-4938866E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OUR PRINCIPLES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934CE-4CD9-4845-BE1A-13F9C173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Three pillars of Amanah turn values into platform architecture.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9726C-D1C2-43A0-901A-AB2006EB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990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66903-F40D-4918-B94A-280A1CA0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أمانة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DAF8A-41B6-4957-A9DE-E6E3089D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 - Trust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49202-D45F-41DD-80BE-19FDACCC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Trusteeship of donor funds is made visible and verifiable.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8A15D-CD92-47AF-814F-95A25616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2990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0E813-23F2-472D-93FF-D87A1432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شفافية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0CD7F-BC18-49B9-ABD9-1014A011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814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Shafafiyyah - Transparency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94BD0-D6AD-4972-9D76-43CBAB8A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6240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Beyond basic financials: Shariah compliance and AAOIFI-aligned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9927D-7D86-4EC8-961C-04C64760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29908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36DAD-1EDC-4988-AC8C-2EBC5EB1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146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مساءلة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FF41B-7835-490E-8B11-0E07967E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814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Mas'uliyyah - Accountability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B5823-3A79-4B5F-934A-7A678EFE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62400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Actions are logged, timestamped, preserved, and history-tracked.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B0371E-265B-428E-9A87-0F717E47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/about - Our principles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9DA5B0-C796-4CF5-BDA7-5D48B1BB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3364635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53958F-75CB-4876-B6C8-BF3A8B3D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0EAF0-89FD-429F-907A-2CF11395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FE6C6-901B-46B1-A0E4-B0D88B0F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B7BEB-6697-4722-A072-24B0F164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THEOLOGICAL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D849A-59EB-457D-A1FC-A5AC9BB9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AmanahHub is a response to managing charity with integrity and accountability.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0722B-7EED-4772-B2C4-754D25CB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C706E-E7ED-4073-90CA-DB56B9AB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AE05A-6CB4-453C-900A-6012A410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At-Tawbah 9:60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40047-7B5E-4DA6-96E9-9ED8F8C2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431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Proper governance structures before certification.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F70D5-D5D7-45B2-A72B-F2BCD003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273F8-8CF1-4128-B8D2-7D685E59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907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Layer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DB571-FC02-48AE-871F-EC95739B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F6600-E6A6-4CF6-9B78-D554E7D9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0FBB3-34E3-4C93-92E1-9CD9F513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2:188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69030-C3C1-4A1F-AD2E-0FB21277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527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Trusteeship of charitable funds and protection from misuse.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6763B-BA88-4A06-AC1E-564376C0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F2B9D-60A0-406C-8E55-3C4EC05F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Layer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0BB94-5CF3-4CBF-A714-FBF3DC82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B4E95-9A27-461D-99D4-37453AFA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1E6F7-3CA9-4546-BF68-A1255EDE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2:263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610270-BB65-4FDF-AA67-41FD96F0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623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Evidence of how beneficiaries were reached and treated.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511BB4-B3BA-42B2-8678-3EB08A01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242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DC7A56-ABBD-4D86-A90A-CE7C8893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99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Layer 3 &amp;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0E9829-E066-473B-807D-9D46B55D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330951-D6AC-42F4-ACAA-82A920B1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C447D8-8ADE-4D3B-90CE-88A6F33D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Hadith accountability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5AFB4C-A462-4902-8852-76B6CDAB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19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Every platform role creates a verifiable trail.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AEF669-747B-4BDD-BC42-BDC1B464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338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F685CE-31F4-4664-B526-8E14150A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95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Audit logs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4C45D6-0DF0-438E-ADBA-E4C7D8CC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0781CE-01AB-4F17-B154-BED6F944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6F639C-15FA-4E6F-9E33-B32047B6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AAOIFI Standard No. 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E99FEA-FCB3-429D-B56A-CE3E329F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815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Shariah supervision, FAS 9 Zakat and oversight.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B685DB-1FFA-4ED5-812E-9B4E974B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1455A6-5B7D-4AED-91B4-3834665C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291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Layer 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9AFCDE-BB49-4869-A57E-192C76BA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/about - Built on Quran and Sunnah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D696C6-6A48-46A4-B641-E23D37B5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70573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385F5E-A010-4F2F-82AC-8996EF15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4300D-AF07-4635-8AFB-99DDED66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CE5FE-82EF-4EE2-9551-176B0585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EF1F2-C703-4F85-B2A3-98FFE123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4FA65-DA02-4927-9445-C11254D7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donor journey is simple; the verification layer remains rigorous.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27927-0CA2-4E1D-9A6A-54B47308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8413F-CEE5-4287-845D-C3331946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0AF49-9FC3-4A37-81DF-A33D8A19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directory filters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D962B-080C-414E-AB57-26189636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F0765-46F4-4EE5-B7CE-2E38BB8F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06332-8C3A-4AEF-908C-73A7FB30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8ADC5-4DD5-4338-93D9-165BEE14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reports and scores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291ED-381B-4009-8914-2D2F53AA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07DDE-ED4E-4ECD-947E-0ADE4206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754040-B98C-435C-89D0-48A75F24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81FB9-84AC-4379-8126-A1116767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ToyyibPay direct 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68F13E-BF9F-4D62-A0F1-FE0EC445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44689-D7FC-4E6F-BE19-419D2F19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38F6E-296C-4B28-9514-41DE1113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33B28-E877-480E-9C04-D7B770C8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receipts and impact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0D5367-83CF-4BA1-895B-159A82C9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/how-it-works - Your giving journey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3237AB-C70A-4C8C-A29C-65293660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0920281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383E8F-6EAF-47BB-8938-3B18B13F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922AC-4F3E-4364-AA97-4B475CAE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A205F-E723-49FD-976C-F6FD2657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BF9AE-840E-4AE2-851D-0A45948F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CERTIFICATION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96FC8-1BC1-4229-8F8F-67143B5E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CTCF is a five-layer evaluation framework; Layer 1 is a disqualifying gate.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44642-398A-4E9A-9C3E-7FC01F9D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6A6B7-1B4A-4202-9999-1E37F994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288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1A62E-AECB-48C5-8272-DE29B421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288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B1793-5A0B-4696-A0E1-7A7C6078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288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6D0D1-16FA-4D6E-BCDC-EC35702E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955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CC9E1-DB1D-43ED-9925-C0973BC9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AC9BB-3214-43EE-8F9F-864BBE41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62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2CDA4-8A8A-447A-A122-107ADEBD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622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 Transparency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D0878-5903-40F5-B7E9-7F4FD7C0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622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D1E8C-7F3A-4D84-A54C-13B9C2F4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28950"/>
            <a:ext cx="2152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12FB1-3429-47D8-8A4F-004A995B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0A366-20D3-441F-9571-264A24E5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956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9AD34-D131-408D-A0A1-F92E0775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956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 Transparency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7640D1-D7BD-440D-9F42-813BB2A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956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2D314-8291-4C1B-B8B0-75DFE179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62350"/>
            <a:ext cx="1924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7CC2A-9D38-46D2-BA56-A22667CF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F5AFF1-734E-4896-AB03-0811A81E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290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7DB663-8C4C-44BE-970E-D76745FC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290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5265B7-79CB-4721-BD85-4807F656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290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0B9BC2-B586-4FDF-BBD8-B44A559D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95750"/>
            <a:ext cx="1695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BB8FAE-5720-4913-8D3A-2CF1CBF3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645335-9132-4BE0-97CB-2CD75164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624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255E4D-3A40-4348-8587-7758AD45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624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 Governance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35973B-E7F5-41CB-8542-9670BB85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62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6083EE-7003-4386-B432-ABF96D28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2915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14583F-1BD2-4A0B-B481-9F569711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247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E6983C-FFAA-46D1-A01D-791AC332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289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Certification tiers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B2853A-374B-481A-86BF-CE887640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337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Platinum Amanah (85+)</a:t>
            </a:r>
          </a:p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Gold Amanah (70-84)</a:t>
            </a:r>
          </a:p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Silver Amanah (55-69)</a:t>
            </a:r>
          </a:p>
          <a:p xmlns:a="http://schemas.openxmlformats.org/drawingml/2006/main"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Basic (below 55)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22D714-6EB7-46DC-8078-9C244A00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/how-it-works - CTCF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F74D93-7E6C-4E5A-B45D-CD4296E7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4179935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990256-988B-4B59-8734-2E2B6582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21008-E6DD-4D7D-9B0B-C633C07E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EBF81-2DA3-44B2-8831-DEFE6A91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0F366-4C78-49FF-90D5-586349AE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AMANAH INDEX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A470A-F10B-4B0A-A32C-217C40AD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Amanah Index is a living score, not a self-reported claim.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EB93C-4753-4DD9-ABD4-C4530DA8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574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88D7C-696C-4716-B144-3A611616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2415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C408E-5FAF-48DB-9003-1FFD103E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24150"/>
            <a:ext cx="2286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1FD39-CC7E-4899-B71D-0F9921E8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58A6C-244F-4064-A821-533C304B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337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1142F-4E0C-4F56-8BE5-ADD2B2EA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0040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9770C-ECDB-4803-8441-00CCDA35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00400"/>
            <a:ext cx="1905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3DFCE-1DCB-44EA-8AC8-7366994D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242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FE90B-4C0A-41B8-90C0-1B3BC4A8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99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EB292-A366-4E7A-9410-76968BEF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7665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8467B-FD45-4E91-B7F7-7DC3FA83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76650"/>
            <a:ext cx="1524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2E3BA-A5E2-4779-995C-321F1E1A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04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0EC9E7-81C3-4DCB-884A-A9C94CB8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862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BEC4D-36F1-4988-A359-30995737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5290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130350-B141-4300-B6DD-D060320C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52900"/>
            <a:ext cx="114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EE67FA-DA8A-4773-8AE1-B09292C8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767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52ACC5-618E-450B-854E-234A6809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624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A3485F-EC23-4095-ADF4-A91FF989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29150"/>
            <a:ext cx="2952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3584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A39E14-AAC2-4552-AFFA-EF247B13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29150"/>
            <a:ext cx="114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FCC8BE-2893-42D2-B543-CC2DC04C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529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ADE42-E3F1-4D14-B8C3-D193A83E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2571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36534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2B867B-CCF9-4A9E-9441-E9BCD7C6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Computed from verified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0EA408-6150-41CB-96A6-6FA3DA0E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Every score version keeps its timestamp, trigger event, and breakdown.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6BAFBF-356D-4E88-83E6-47B3356A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/how-it-works - Amanah Index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1EB2BD-BAE2-41B2-A382-5123550A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7500676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806EEE-84F8-45C5-9EBD-DE9E951E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4FCC0-55E7-418D-9102-83B170F7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0549A-347F-410C-AA23-4739F055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118DA-B133-4FB3-BADA-B49F3F58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DONATION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5B560-5AFE-46CE-9301-8E17455E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AmanahHub is a transparency layer, not a payment intermediary.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27581-DD0E-4578-A017-0318FEFB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8723A-44BC-4AA5-9BFA-218620CB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Donor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4470D-2212-4343-9B74-FF6E1CB8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chooses charity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B8EE2-BD39-4808-836F-9963E8E2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E5D54-F164-439C-B09C-9D1D7A18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2EAE0-4470-4291-B04A-29494B7F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ToyyibPay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8230F-A67F-4C57-8908-B66E6D31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processes payment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05687-1933-4926-A11B-0C6FAE01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16FC5-F31E-459D-AA23-39F895E1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4DCEA-35EE-49A1-9959-F22FAFA2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Charity account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81D5A-A82D-4848-A69A-EA057F22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receives funds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B089B-CBC2-48D7-B1B6-F3389B23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3D724-C20D-4174-82AC-A3076D40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997BF-708D-4828-B3FE-68C805FE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record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3D884-45FF-4ED2-92DD-7F60A4EE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receipt generated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B03950-6B40-42C7-9B1E-8A9F433B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95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4C74C-9514-4600-957F-A7B87FC7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33750"/>
            <a:ext cx="1466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9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1FF11-3ED3-425C-B889-28C261E7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05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Public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6907D3-1C95-4CD7-8D91-AD5A8EBF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33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fund usage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FF15D1-B8FF-4673-B5B2-31569067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Source: /how-it-works - How donations 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12799F-1AA3-4082-A4BB-9821C3A5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8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59217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2026-07-08T03:24:25.5860000Z</dcterms:created>
  <dcterms:modified xsi:type="dcterms:W3CDTF">2026-07-08T03:24:25.5860000Z</dcterms:modified>
</coreProperties>
</file>