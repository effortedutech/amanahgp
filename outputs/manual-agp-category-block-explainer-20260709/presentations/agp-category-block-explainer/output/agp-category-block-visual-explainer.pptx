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7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D17B46-8F41-60E9-C6B0-D479ED6C1D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4200" y="1041400"/>
            <a:ext cx="8255000" cy="457200"/>
          </a:xfrm>
        </p:spPr>
        <p:txBody>
          <a:bodyPr anchor="b"/>
          <a:lstStyle>
            <a:lvl1pPr algn="ctr">
              <a:buFontTx/>
              <a:buNone/>
              <a:defRPr sz="950">
                <a:solidFill>
                  <a:srgbClr val="CAD6D0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45579F-6D90-47DC-793C-77A0B29575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4200" y="1041400"/>
            <a:ext cx="8255000" cy="457200"/>
          </a:xfrm>
        </p:spPr>
        <p:txBody>
          <a:bodyPr/>
          <a:lstStyle>
            <a:lvl1pPr marL="0" indent="0" algn="ctr">
              <a:buFontTx/>
              <a:buNone/>
              <a:defRPr sz="950">
                <a:solidFill>
                  <a:srgbClr val="CAD6D0"/>
                </a:solidFill>
                <a:latin typeface="Aptos" panose="020B00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93ACA0-9D51-D9B0-0B23-5DB0111EEE3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4200" y="1041399"/>
            <a:ext cx="8255000" cy="457200"/>
          </a:xfrm>
        </p:spPr>
        <p:txBody>
          <a:bodyPr/>
          <a:lstStyle>
            <a:lvl1pPr>
              <a:buFontTx/>
              <a:buNone/>
              <a:defRPr sz="950">
                <a:solidFill>
                  <a:srgbClr val="CAD6D0"/>
                </a:solidFill>
                <a:latin typeface="Aptos" panose="020B0004020202020204" pitchFamily="34" charset="0"/>
              </a:defRPr>
            </a:lvl1pPr>
          </a:lstStyle>
          <a:p>
            <a:fld id="{D17749E4-2A8D-45E9-912C-E5331653DFC9}" type="datetimeFigureOut">
              <a:rPr lang="en-US" smtClean="0"/>
              <a:pPr/>
              <a:t>09-Jul-26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A6A2F6-C151-2AF8-4573-3225E20A04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4200" y="1041399"/>
            <a:ext cx="8255000" cy="457200"/>
          </a:xfrm>
        </p:spPr>
        <p:txBody>
          <a:bodyPr/>
          <a:lstStyle>
            <a:lvl1pPr>
              <a:buFontTx/>
              <a:buNone/>
              <a:defRPr sz="950">
                <a:solidFill>
                  <a:srgbClr val="CAD6D0"/>
                </a:solidFill>
                <a:latin typeface="Aptos" panose="020B00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F369A3-5C3A-A3DC-6D2D-300FFF779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4200" y="1041399"/>
            <a:ext cx="8255000" cy="457200"/>
          </a:xfrm>
        </p:spPr>
        <p:txBody>
          <a:bodyPr/>
          <a:lstStyle>
            <a:lvl1pPr>
              <a:buFontTx/>
              <a:buNone/>
              <a:defRPr sz="950">
                <a:solidFill>
                  <a:srgbClr val="CAD6D0"/>
                </a:solidFill>
                <a:latin typeface="Aptos" panose="020B0004020202020204" pitchFamily="34" charset="0"/>
              </a:defRPr>
            </a:lvl1pPr>
          </a:lstStyle>
          <a:p>
            <a:fld id="{F926BF91-FFCE-4AC6-B32B-80000A34EC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0942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C5C62-5F31-38C5-B308-FC941463E2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800" y="406400"/>
            <a:ext cx="8763000" cy="609600"/>
          </a:xfrm>
        </p:spPr>
        <p:txBody>
          <a:bodyPr/>
          <a:lstStyle>
            <a:lvl1pPr>
              <a:defRPr sz="2400">
                <a:solidFill>
                  <a:srgbClr val="F6F1E7"/>
                </a:solidFill>
                <a:latin typeface="Georgia" panose="02040502050405020303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EE989F-6EE8-6358-5840-50F94DC262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4200" y="1041400"/>
            <a:ext cx="8255000" cy="457200"/>
          </a:xfrm>
        </p:spPr>
        <p:txBody>
          <a:bodyPr/>
          <a:lstStyle>
            <a:lvl1pPr>
              <a:buFontTx/>
              <a:buNone/>
              <a:defRPr sz="950">
                <a:solidFill>
                  <a:srgbClr val="CAD6D0"/>
                </a:solidFill>
                <a:latin typeface="Aptos" panose="020B0004020202020204" pitchFamily="34" charset="0"/>
              </a:defRPr>
            </a:lvl1pPr>
            <a:lvl2pPr>
              <a:buFontTx/>
              <a:buNone/>
              <a:defRPr sz="950">
                <a:solidFill>
                  <a:srgbClr val="CAD6D0"/>
                </a:solidFill>
                <a:latin typeface="Aptos" panose="020B0004020202020204" pitchFamily="34" charset="0"/>
              </a:defRPr>
            </a:lvl2pPr>
            <a:lvl3pPr>
              <a:buFontTx/>
              <a:buNone/>
              <a:defRPr sz="950">
                <a:solidFill>
                  <a:srgbClr val="CAD6D0"/>
                </a:solidFill>
                <a:latin typeface="Aptos" panose="020B0004020202020204" pitchFamily="34" charset="0"/>
              </a:defRPr>
            </a:lvl3pPr>
            <a:lvl4pPr>
              <a:buFontTx/>
              <a:buNone/>
              <a:defRPr sz="950">
                <a:solidFill>
                  <a:srgbClr val="CAD6D0"/>
                </a:solidFill>
                <a:latin typeface="Aptos" panose="020B0004020202020204" pitchFamily="34" charset="0"/>
              </a:defRPr>
            </a:lvl4pPr>
            <a:lvl5pPr>
              <a:buFontTx/>
              <a:buNone/>
              <a:defRPr sz="950">
                <a:solidFill>
                  <a:srgbClr val="CAD6D0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B9371F-37A6-411D-3B89-8D195BC7CA1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4200" y="1041399"/>
            <a:ext cx="8255000" cy="457200"/>
          </a:xfrm>
        </p:spPr>
        <p:txBody>
          <a:bodyPr/>
          <a:lstStyle>
            <a:lvl1pPr>
              <a:buFontTx/>
              <a:buNone/>
              <a:defRPr sz="950">
                <a:solidFill>
                  <a:srgbClr val="CAD6D0"/>
                </a:solidFill>
                <a:latin typeface="Aptos" panose="020B0004020202020204" pitchFamily="34" charset="0"/>
              </a:defRPr>
            </a:lvl1pPr>
          </a:lstStyle>
          <a:p>
            <a:fld id="{D17749E4-2A8D-45E9-912C-E5331653DFC9}" type="datetimeFigureOut">
              <a:rPr lang="en-US" smtClean="0"/>
              <a:pPr/>
              <a:t>09-Jul-26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CFD2C8-D217-74C0-65C0-8ED15472C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4200" y="1041399"/>
            <a:ext cx="8255000" cy="457200"/>
          </a:xfrm>
        </p:spPr>
        <p:txBody>
          <a:bodyPr/>
          <a:lstStyle>
            <a:lvl1pPr>
              <a:buFontTx/>
              <a:buNone/>
              <a:defRPr sz="950">
                <a:solidFill>
                  <a:srgbClr val="CAD6D0"/>
                </a:solidFill>
                <a:latin typeface="Aptos" panose="020B00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2DD7F2-66EC-A37E-108E-FE171F514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4200" y="1041399"/>
            <a:ext cx="8255000" cy="457200"/>
          </a:xfrm>
        </p:spPr>
        <p:txBody>
          <a:bodyPr/>
          <a:lstStyle>
            <a:lvl1pPr>
              <a:buFontTx/>
              <a:buNone/>
              <a:defRPr sz="950">
                <a:solidFill>
                  <a:srgbClr val="CAD6D0"/>
                </a:solidFill>
                <a:latin typeface="Aptos" panose="020B0004020202020204" pitchFamily="34" charset="0"/>
              </a:defRPr>
            </a:lvl1pPr>
          </a:lstStyle>
          <a:p>
            <a:fld id="{F926BF91-FFCE-4AC6-B32B-80000A34EC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34822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D519B4-8D46-1894-1764-0E91306981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800" y="406400"/>
            <a:ext cx="8763000" cy="609600"/>
          </a:xfrm>
        </p:spPr>
        <p:txBody>
          <a:bodyPr anchor="b"/>
          <a:lstStyle>
            <a:lvl1pPr>
              <a:defRPr sz="2400">
                <a:solidFill>
                  <a:srgbClr val="F6F1E7"/>
                </a:solidFill>
                <a:latin typeface="Georgia" panose="02040502050405020303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6B25D7-A1F0-ABAC-16DF-4B7F326DA2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4200" y="1041400"/>
            <a:ext cx="8255000" cy="457200"/>
          </a:xfrm>
        </p:spPr>
        <p:txBody>
          <a:bodyPr/>
          <a:lstStyle>
            <a:lvl1pPr marL="0" indent="0">
              <a:buFontTx/>
              <a:buNone/>
              <a:defRPr sz="950">
                <a:solidFill>
                  <a:srgbClr val="CAD6D0"/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B4B6C5-35D5-9AE9-C122-90EFF27132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4200" y="1041399"/>
            <a:ext cx="8255000" cy="457200"/>
          </a:xfrm>
        </p:spPr>
        <p:txBody>
          <a:bodyPr/>
          <a:lstStyle>
            <a:lvl1pPr>
              <a:buFontTx/>
              <a:buNone/>
              <a:defRPr sz="950">
                <a:solidFill>
                  <a:srgbClr val="CAD6D0"/>
                </a:solidFill>
                <a:latin typeface="Aptos" panose="020B0004020202020204" pitchFamily="34" charset="0"/>
              </a:defRPr>
            </a:lvl1pPr>
          </a:lstStyle>
          <a:p>
            <a:fld id="{D17749E4-2A8D-45E9-912C-E5331653DFC9}" type="datetimeFigureOut">
              <a:rPr lang="en-US" smtClean="0"/>
              <a:pPr/>
              <a:t>09-Jul-26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A54135-C12B-84BC-34F5-F456C6164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4200" y="1041399"/>
            <a:ext cx="8255000" cy="457200"/>
          </a:xfrm>
        </p:spPr>
        <p:txBody>
          <a:bodyPr/>
          <a:lstStyle>
            <a:lvl1pPr>
              <a:buFontTx/>
              <a:buNone/>
              <a:defRPr sz="950">
                <a:solidFill>
                  <a:srgbClr val="CAD6D0"/>
                </a:solidFill>
                <a:latin typeface="Aptos" panose="020B00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535718-E9C9-E212-4F36-CC138B30E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4200" y="1041399"/>
            <a:ext cx="8255000" cy="457200"/>
          </a:xfrm>
        </p:spPr>
        <p:txBody>
          <a:bodyPr/>
          <a:lstStyle>
            <a:lvl1pPr>
              <a:buFontTx/>
              <a:buNone/>
              <a:defRPr sz="950">
                <a:solidFill>
                  <a:srgbClr val="CAD6D0"/>
                </a:solidFill>
                <a:latin typeface="Aptos" panose="020B0004020202020204" pitchFamily="34" charset="0"/>
              </a:defRPr>
            </a:lvl1pPr>
          </a:lstStyle>
          <a:p>
            <a:fld id="{F926BF91-FFCE-4AC6-B32B-80000A34EC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7690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CEF1BD-D93B-D19E-D4D3-E7C6BF40B6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800" y="406400"/>
            <a:ext cx="8763000" cy="609600"/>
          </a:xfrm>
        </p:spPr>
        <p:txBody>
          <a:bodyPr/>
          <a:lstStyle>
            <a:lvl1pPr>
              <a:defRPr sz="2400">
                <a:solidFill>
                  <a:srgbClr val="F6F1E7"/>
                </a:solidFill>
                <a:latin typeface="Georgia" panose="02040502050405020303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6B5FE2-E87E-1993-5215-9BA4DC79AC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4200" y="1041400"/>
            <a:ext cx="8255000" cy="457200"/>
          </a:xfrm>
        </p:spPr>
        <p:txBody>
          <a:bodyPr/>
          <a:lstStyle>
            <a:lvl1pPr>
              <a:buFontTx/>
              <a:buNone/>
              <a:defRPr sz="950">
                <a:solidFill>
                  <a:srgbClr val="CAD6D0"/>
                </a:solidFill>
                <a:latin typeface="Aptos" panose="020B0004020202020204" pitchFamily="34" charset="0"/>
              </a:defRPr>
            </a:lvl1pPr>
            <a:lvl2pPr>
              <a:buFontTx/>
              <a:buNone/>
              <a:defRPr sz="950">
                <a:solidFill>
                  <a:srgbClr val="CAD6D0"/>
                </a:solidFill>
                <a:latin typeface="Aptos" panose="020B0004020202020204" pitchFamily="34" charset="0"/>
              </a:defRPr>
            </a:lvl2pPr>
            <a:lvl3pPr>
              <a:buFontTx/>
              <a:buNone/>
              <a:defRPr sz="950">
                <a:solidFill>
                  <a:srgbClr val="CAD6D0"/>
                </a:solidFill>
                <a:latin typeface="Aptos" panose="020B0004020202020204" pitchFamily="34" charset="0"/>
              </a:defRPr>
            </a:lvl3pPr>
            <a:lvl4pPr>
              <a:buFontTx/>
              <a:buNone/>
              <a:defRPr sz="950">
                <a:solidFill>
                  <a:srgbClr val="CAD6D0"/>
                </a:solidFill>
                <a:latin typeface="Aptos" panose="020B0004020202020204" pitchFamily="34" charset="0"/>
              </a:defRPr>
            </a:lvl4pPr>
            <a:lvl5pPr>
              <a:buFontTx/>
              <a:buNone/>
              <a:defRPr sz="950">
                <a:solidFill>
                  <a:srgbClr val="CAD6D0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DBEA06-DF25-A23F-17C5-DA7EB6291D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4200" y="1041400"/>
            <a:ext cx="8255000" cy="457200"/>
          </a:xfrm>
        </p:spPr>
        <p:txBody>
          <a:bodyPr/>
          <a:lstStyle>
            <a:lvl1pPr>
              <a:buFontTx/>
              <a:buNone/>
              <a:defRPr sz="950">
                <a:solidFill>
                  <a:srgbClr val="CAD6D0"/>
                </a:solidFill>
                <a:latin typeface="Aptos" panose="020B0004020202020204" pitchFamily="34" charset="0"/>
              </a:defRPr>
            </a:lvl1pPr>
            <a:lvl2pPr>
              <a:buFontTx/>
              <a:buNone/>
              <a:defRPr sz="950">
                <a:solidFill>
                  <a:srgbClr val="CAD6D0"/>
                </a:solidFill>
                <a:latin typeface="Aptos" panose="020B0004020202020204" pitchFamily="34" charset="0"/>
              </a:defRPr>
            </a:lvl2pPr>
            <a:lvl3pPr>
              <a:buFontTx/>
              <a:buNone/>
              <a:defRPr sz="950">
                <a:solidFill>
                  <a:srgbClr val="CAD6D0"/>
                </a:solidFill>
                <a:latin typeface="Aptos" panose="020B0004020202020204" pitchFamily="34" charset="0"/>
              </a:defRPr>
            </a:lvl3pPr>
            <a:lvl4pPr>
              <a:buFontTx/>
              <a:buNone/>
              <a:defRPr sz="950">
                <a:solidFill>
                  <a:srgbClr val="CAD6D0"/>
                </a:solidFill>
                <a:latin typeface="Aptos" panose="020B0004020202020204" pitchFamily="34" charset="0"/>
              </a:defRPr>
            </a:lvl4pPr>
            <a:lvl5pPr>
              <a:buFontTx/>
              <a:buNone/>
              <a:defRPr sz="950">
                <a:solidFill>
                  <a:srgbClr val="CAD6D0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D5C139-BBF3-BB0A-952A-9B9B17EFE2C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4200" y="1041399"/>
            <a:ext cx="8255000" cy="457200"/>
          </a:xfrm>
        </p:spPr>
        <p:txBody>
          <a:bodyPr/>
          <a:lstStyle>
            <a:lvl1pPr>
              <a:buFontTx/>
              <a:buNone/>
              <a:defRPr sz="950">
                <a:solidFill>
                  <a:srgbClr val="CAD6D0"/>
                </a:solidFill>
                <a:latin typeface="Aptos" panose="020B0004020202020204" pitchFamily="34" charset="0"/>
              </a:defRPr>
            </a:lvl1pPr>
          </a:lstStyle>
          <a:p>
            <a:fld id="{D17749E4-2A8D-45E9-912C-E5331653DFC9}" type="datetimeFigureOut">
              <a:rPr lang="en-US" smtClean="0"/>
              <a:pPr/>
              <a:t>09-Jul-26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09BABF-FBA5-EA6C-65F6-800B97C072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4200" y="1041399"/>
            <a:ext cx="8255000" cy="457200"/>
          </a:xfrm>
        </p:spPr>
        <p:txBody>
          <a:bodyPr/>
          <a:lstStyle>
            <a:lvl1pPr>
              <a:buFontTx/>
              <a:buNone/>
              <a:defRPr sz="950">
                <a:solidFill>
                  <a:srgbClr val="CAD6D0"/>
                </a:solidFill>
                <a:latin typeface="Aptos" panose="020B00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E911C2-198D-CE21-2C8B-2684BFFDB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4200" y="1041399"/>
            <a:ext cx="8255000" cy="457200"/>
          </a:xfrm>
        </p:spPr>
        <p:txBody>
          <a:bodyPr/>
          <a:lstStyle>
            <a:lvl1pPr>
              <a:buFontTx/>
              <a:buNone/>
              <a:defRPr sz="950">
                <a:solidFill>
                  <a:srgbClr val="CAD6D0"/>
                </a:solidFill>
                <a:latin typeface="Aptos" panose="020B0004020202020204" pitchFamily="34" charset="0"/>
              </a:defRPr>
            </a:lvl1pPr>
          </a:lstStyle>
          <a:p>
            <a:fld id="{F926BF91-FFCE-4AC6-B32B-80000A34EC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2720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60C8D3-1A96-CB10-1A20-22BD69DA1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800" y="406400"/>
            <a:ext cx="8763000" cy="609600"/>
          </a:xfrm>
        </p:spPr>
        <p:txBody>
          <a:bodyPr/>
          <a:lstStyle>
            <a:lvl1pPr>
              <a:defRPr sz="2400">
                <a:solidFill>
                  <a:srgbClr val="F6F1E7"/>
                </a:solidFill>
                <a:latin typeface="Georgia" panose="02040502050405020303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96F28D-151F-5F0F-0335-8F01FCEAD4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4199" y="1041400"/>
            <a:ext cx="8255000" cy="457200"/>
          </a:xfrm>
        </p:spPr>
        <p:txBody>
          <a:bodyPr anchor="b"/>
          <a:lstStyle>
            <a:lvl1pPr marL="0" indent="0">
              <a:buFontTx/>
              <a:buNone/>
              <a:defRPr sz="950" b="1">
                <a:solidFill>
                  <a:srgbClr val="CAD6D0"/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C78692-02F1-5BCE-53A2-C845B26B2E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4199" y="1041400"/>
            <a:ext cx="8255000" cy="457200"/>
          </a:xfrm>
        </p:spPr>
        <p:txBody>
          <a:bodyPr/>
          <a:lstStyle>
            <a:lvl1pPr>
              <a:buFontTx/>
              <a:buNone/>
              <a:defRPr sz="950">
                <a:solidFill>
                  <a:srgbClr val="CAD6D0"/>
                </a:solidFill>
                <a:latin typeface="Aptos" panose="020B0004020202020204" pitchFamily="34" charset="0"/>
              </a:defRPr>
            </a:lvl1pPr>
            <a:lvl2pPr>
              <a:buFontTx/>
              <a:buNone/>
              <a:defRPr sz="950">
                <a:solidFill>
                  <a:srgbClr val="CAD6D0"/>
                </a:solidFill>
                <a:latin typeface="Aptos" panose="020B0004020202020204" pitchFamily="34" charset="0"/>
              </a:defRPr>
            </a:lvl2pPr>
            <a:lvl3pPr>
              <a:buFontTx/>
              <a:buNone/>
              <a:defRPr sz="950">
                <a:solidFill>
                  <a:srgbClr val="CAD6D0"/>
                </a:solidFill>
                <a:latin typeface="Aptos" panose="020B0004020202020204" pitchFamily="34" charset="0"/>
              </a:defRPr>
            </a:lvl3pPr>
            <a:lvl4pPr>
              <a:buFontTx/>
              <a:buNone/>
              <a:defRPr sz="950">
                <a:solidFill>
                  <a:srgbClr val="CAD6D0"/>
                </a:solidFill>
                <a:latin typeface="Aptos" panose="020B0004020202020204" pitchFamily="34" charset="0"/>
              </a:defRPr>
            </a:lvl4pPr>
            <a:lvl5pPr>
              <a:buFontTx/>
              <a:buNone/>
              <a:defRPr sz="950">
                <a:solidFill>
                  <a:srgbClr val="CAD6D0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D0BDCE-F9D2-A38E-A5C6-BFBA9F0A6A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84200" y="1041400"/>
            <a:ext cx="8255000" cy="457200"/>
          </a:xfrm>
        </p:spPr>
        <p:txBody>
          <a:bodyPr anchor="b"/>
          <a:lstStyle>
            <a:lvl1pPr marL="0" indent="0">
              <a:buFontTx/>
              <a:buNone/>
              <a:defRPr sz="950" b="1">
                <a:solidFill>
                  <a:srgbClr val="CAD6D0"/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FE3049C-1F06-8185-9958-0604225257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84200" y="1041400"/>
            <a:ext cx="8255000" cy="457200"/>
          </a:xfrm>
        </p:spPr>
        <p:txBody>
          <a:bodyPr/>
          <a:lstStyle>
            <a:lvl1pPr>
              <a:buFontTx/>
              <a:buNone/>
              <a:defRPr sz="950">
                <a:solidFill>
                  <a:srgbClr val="CAD6D0"/>
                </a:solidFill>
                <a:latin typeface="Aptos" panose="020B0004020202020204" pitchFamily="34" charset="0"/>
              </a:defRPr>
            </a:lvl1pPr>
            <a:lvl2pPr>
              <a:buFontTx/>
              <a:buNone/>
              <a:defRPr sz="950">
                <a:solidFill>
                  <a:srgbClr val="CAD6D0"/>
                </a:solidFill>
                <a:latin typeface="Aptos" panose="020B0004020202020204" pitchFamily="34" charset="0"/>
              </a:defRPr>
            </a:lvl2pPr>
            <a:lvl3pPr>
              <a:buFontTx/>
              <a:buNone/>
              <a:defRPr sz="950">
                <a:solidFill>
                  <a:srgbClr val="CAD6D0"/>
                </a:solidFill>
                <a:latin typeface="Aptos" panose="020B0004020202020204" pitchFamily="34" charset="0"/>
              </a:defRPr>
            </a:lvl3pPr>
            <a:lvl4pPr>
              <a:buFontTx/>
              <a:buNone/>
              <a:defRPr sz="950">
                <a:solidFill>
                  <a:srgbClr val="CAD6D0"/>
                </a:solidFill>
                <a:latin typeface="Aptos" panose="020B0004020202020204" pitchFamily="34" charset="0"/>
              </a:defRPr>
            </a:lvl4pPr>
            <a:lvl5pPr>
              <a:buFontTx/>
              <a:buNone/>
              <a:defRPr sz="950">
                <a:solidFill>
                  <a:srgbClr val="CAD6D0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CDF81D6-00B0-2D63-8130-568BBC5C0B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4200" y="1041399"/>
            <a:ext cx="8255000" cy="457200"/>
          </a:xfrm>
        </p:spPr>
        <p:txBody>
          <a:bodyPr/>
          <a:lstStyle>
            <a:lvl1pPr>
              <a:buFontTx/>
              <a:buNone/>
              <a:defRPr sz="950">
                <a:solidFill>
                  <a:srgbClr val="CAD6D0"/>
                </a:solidFill>
                <a:latin typeface="Aptos" panose="020B0004020202020204" pitchFamily="34" charset="0"/>
              </a:defRPr>
            </a:lvl1pPr>
          </a:lstStyle>
          <a:p>
            <a:fld id="{D17749E4-2A8D-45E9-912C-E5331653DFC9}" type="datetimeFigureOut">
              <a:rPr lang="en-US" smtClean="0"/>
              <a:pPr/>
              <a:t>09-Jul-26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464CBF-459C-6966-FB8A-2726B928DF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4200" y="1041399"/>
            <a:ext cx="8255000" cy="457200"/>
          </a:xfrm>
        </p:spPr>
        <p:txBody>
          <a:bodyPr/>
          <a:lstStyle>
            <a:lvl1pPr>
              <a:buFontTx/>
              <a:buNone/>
              <a:defRPr sz="950">
                <a:solidFill>
                  <a:srgbClr val="CAD6D0"/>
                </a:solidFill>
                <a:latin typeface="Aptos" panose="020B00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B925A1E-1BCD-1BAF-3705-E4619CD23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4200" y="1041399"/>
            <a:ext cx="8255000" cy="457200"/>
          </a:xfrm>
        </p:spPr>
        <p:txBody>
          <a:bodyPr/>
          <a:lstStyle>
            <a:lvl1pPr>
              <a:buFontTx/>
              <a:buNone/>
              <a:defRPr sz="950">
                <a:solidFill>
                  <a:srgbClr val="CAD6D0"/>
                </a:solidFill>
                <a:latin typeface="Aptos" panose="020B0004020202020204" pitchFamily="34" charset="0"/>
              </a:defRPr>
            </a:lvl1pPr>
          </a:lstStyle>
          <a:p>
            <a:fld id="{F926BF91-FFCE-4AC6-B32B-80000A34EC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38934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DF77A7-57FF-90A5-4788-72BE4538C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800" y="406400"/>
            <a:ext cx="8763000" cy="609600"/>
          </a:xfrm>
        </p:spPr>
        <p:txBody>
          <a:bodyPr/>
          <a:lstStyle>
            <a:lvl1pPr>
              <a:defRPr sz="2400">
                <a:solidFill>
                  <a:srgbClr val="F6F1E7"/>
                </a:solidFill>
                <a:latin typeface="Georgia" panose="02040502050405020303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11087F-3C96-7F95-FF35-B24193322D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4200" y="1041399"/>
            <a:ext cx="8255000" cy="457200"/>
          </a:xfrm>
        </p:spPr>
        <p:txBody>
          <a:bodyPr/>
          <a:lstStyle>
            <a:lvl1pPr>
              <a:buFontTx/>
              <a:buNone/>
              <a:defRPr sz="950">
                <a:solidFill>
                  <a:srgbClr val="CAD6D0"/>
                </a:solidFill>
                <a:latin typeface="Aptos" panose="020B0004020202020204" pitchFamily="34" charset="0"/>
              </a:defRPr>
            </a:lvl1pPr>
          </a:lstStyle>
          <a:p>
            <a:fld id="{D17749E4-2A8D-45E9-912C-E5331653DFC9}" type="datetimeFigureOut">
              <a:rPr lang="en-US" smtClean="0"/>
              <a:pPr/>
              <a:t>09-Jul-26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17A745-EB0D-CFC4-4B8A-76CD1EE07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4200" y="1041399"/>
            <a:ext cx="8255000" cy="457200"/>
          </a:xfrm>
        </p:spPr>
        <p:txBody>
          <a:bodyPr/>
          <a:lstStyle>
            <a:lvl1pPr>
              <a:buFontTx/>
              <a:buNone/>
              <a:defRPr sz="950">
                <a:solidFill>
                  <a:srgbClr val="CAD6D0"/>
                </a:solidFill>
                <a:latin typeface="Aptos" panose="020B00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2C81C1-911C-2438-BD41-5CE0BB15E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4200" y="1041399"/>
            <a:ext cx="8255000" cy="457200"/>
          </a:xfrm>
        </p:spPr>
        <p:txBody>
          <a:bodyPr/>
          <a:lstStyle>
            <a:lvl1pPr>
              <a:buFontTx/>
              <a:buNone/>
              <a:defRPr sz="950">
                <a:solidFill>
                  <a:srgbClr val="CAD6D0"/>
                </a:solidFill>
                <a:latin typeface="Aptos" panose="020B0004020202020204" pitchFamily="34" charset="0"/>
              </a:defRPr>
            </a:lvl1pPr>
          </a:lstStyle>
          <a:p>
            <a:fld id="{F926BF91-FFCE-4AC6-B32B-80000A34EC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85013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5FA30A3-7B9A-5C7E-4CAF-868BE6E142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4200" y="1041399"/>
            <a:ext cx="8255000" cy="457200"/>
          </a:xfrm>
        </p:spPr>
        <p:txBody>
          <a:bodyPr/>
          <a:lstStyle>
            <a:lvl1pPr>
              <a:buFontTx/>
              <a:buNone/>
              <a:defRPr sz="950">
                <a:solidFill>
                  <a:srgbClr val="CAD6D0"/>
                </a:solidFill>
                <a:latin typeface="Aptos" panose="020B0004020202020204" pitchFamily="34" charset="0"/>
              </a:defRPr>
            </a:lvl1pPr>
          </a:lstStyle>
          <a:p>
            <a:fld id="{D17749E4-2A8D-45E9-912C-E5331653DFC9}" type="datetimeFigureOut">
              <a:rPr lang="en-US" smtClean="0"/>
              <a:pPr/>
              <a:t>09-Jul-26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21DB5DD-3822-573E-3BC9-CD881403FB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4200" y="1041399"/>
            <a:ext cx="8255000" cy="457200"/>
          </a:xfrm>
        </p:spPr>
        <p:txBody>
          <a:bodyPr/>
          <a:lstStyle>
            <a:lvl1pPr>
              <a:buFontTx/>
              <a:buNone/>
              <a:defRPr sz="950">
                <a:solidFill>
                  <a:srgbClr val="CAD6D0"/>
                </a:solidFill>
                <a:latin typeface="Aptos" panose="020B00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0C29CD-E450-7CF4-4010-F8D550C73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4200" y="1041399"/>
            <a:ext cx="8255000" cy="457200"/>
          </a:xfrm>
        </p:spPr>
        <p:txBody>
          <a:bodyPr/>
          <a:lstStyle>
            <a:lvl1pPr>
              <a:buFontTx/>
              <a:buNone/>
              <a:defRPr sz="950">
                <a:solidFill>
                  <a:srgbClr val="CAD6D0"/>
                </a:solidFill>
                <a:latin typeface="Aptos" panose="020B0004020202020204" pitchFamily="34" charset="0"/>
              </a:defRPr>
            </a:lvl1pPr>
          </a:lstStyle>
          <a:p>
            <a:fld id="{F926BF91-FFCE-4AC6-B32B-80000A34EC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0199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3C794-8EFA-2BFE-2232-D08ABED3DF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799" y="406400"/>
            <a:ext cx="8763000" cy="609600"/>
          </a:xfrm>
        </p:spPr>
        <p:txBody>
          <a:bodyPr anchor="b"/>
          <a:lstStyle>
            <a:lvl1pPr>
              <a:defRPr sz="2400">
                <a:solidFill>
                  <a:srgbClr val="F6F1E7"/>
                </a:solidFill>
                <a:latin typeface="Georgia" panose="02040502050405020303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7B60A1-E194-2733-1CD2-88B30FA541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4200" y="1041400"/>
            <a:ext cx="8255000" cy="457200"/>
          </a:xfrm>
        </p:spPr>
        <p:txBody>
          <a:bodyPr/>
          <a:lstStyle>
            <a:lvl1pPr>
              <a:buFontTx/>
              <a:buNone/>
              <a:defRPr sz="950">
                <a:solidFill>
                  <a:srgbClr val="CAD6D0"/>
                </a:solidFill>
                <a:latin typeface="Aptos" panose="020B0004020202020204" pitchFamily="34" charset="0"/>
              </a:defRPr>
            </a:lvl1pPr>
            <a:lvl2pPr>
              <a:buFontTx/>
              <a:buNone/>
              <a:defRPr sz="950">
                <a:solidFill>
                  <a:srgbClr val="CAD6D0"/>
                </a:solidFill>
                <a:latin typeface="Aptos" panose="020B0004020202020204" pitchFamily="34" charset="0"/>
              </a:defRPr>
            </a:lvl2pPr>
            <a:lvl3pPr>
              <a:buFontTx/>
              <a:buNone/>
              <a:defRPr sz="950">
                <a:solidFill>
                  <a:srgbClr val="CAD6D0"/>
                </a:solidFill>
                <a:latin typeface="Aptos" panose="020B0004020202020204" pitchFamily="34" charset="0"/>
              </a:defRPr>
            </a:lvl3pPr>
            <a:lvl4pPr>
              <a:buFontTx/>
              <a:buNone/>
              <a:defRPr sz="950">
                <a:solidFill>
                  <a:srgbClr val="CAD6D0"/>
                </a:solidFill>
                <a:latin typeface="Aptos" panose="020B0004020202020204" pitchFamily="34" charset="0"/>
              </a:defRPr>
            </a:lvl4pPr>
            <a:lvl5pPr>
              <a:buFontTx/>
              <a:buNone/>
              <a:defRPr sz="950">
                <a:solidFill>
                  <a:srgbClr val="CAD6D0"/>
                </a:solidFill>
                <a:latin typeface="Aptos" panose="020B0004020202020204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05CE1D-4C7E-8B61-CF47-663441B69D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84199" y="1041400"/>
            <a:ext cx="8255000" cy="457200"/>
          </a:xfrm>
        </p:spPr>
        <p:txBody>
          <a:bodyPr/>
          <a:lstStyle>
            <a:lvl1pPr marL="0" indent="0">
              <a:buFontTx/>
              <a:buNone/>
              <a:defRPr sz="950">
                <a:solidFill>
                  <a:srgbClr val="CAD6D0"/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27670B-5728-9FF1-15DF-C4538417061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4200" y="1041399"/>
            <a:ext cx="8255000" cy="457200"/>
          </a:xfrm>
        </p:spPr>
        <p:txBody>
          <a:bodyPr/>
          <a:lstStyle>
            <a:lvl1pPr>
              <a:buFontTx/>
              <a:buNone/>
              <a:defRPr sz="950">
                <a:solidFill>
                  <a:srgbClr val="CAD6D0"/>
                </a:solidFill>
                <a:latin typeface="Aptos" panose="020B0004020202020204" pitchFamily="34" charset="0"/>
              </a:defRPr>
            </a:lvl1pPr>
          </a:lstStyle>
          <a:p>
            <a:fld id="{D17749E4-2A8D-45E9-912C-E5331653DFC9}" type="datetimeFigureOut">
              <a:rPr lang="en-US" smtClean="0"/>
              <a:pPr/>
              <a:t>09-Jul-26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CA7A39-0DBC-A126-2682-E88C9F1353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4200" y="1041399"/>
            <a:ext cx="8255000" cy="457200"/>
          </a:xfrm>
        </p:spPr>
        <p:txBody>
          <a:bodyPr/>
          <a:lstStyle>
            <a:lvl1pPr>
              <a:buFontTx/>
              <a:buNone/>
              <a:defRPr sz="950">
                <a:solidFill>
                  <a:srgbClr val="CAD6D0"/>
                </a:solidFill>
                <a:latin typeface="Aptos" panose="020B00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B1AEA4-A56E-D1F5-866D-29047542F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4200" y="1041399"/>
            <a:ext cx="8255000" cy="457200"/>
          </a:xfrm>
        </p:spPr>
        <p:txBody>
          <a:bodyPr/>
          <a:lstStyle>
            <a:lvl1pPr>
              <a:buFontTx/>
              <a:buNone/>
              <a:defRPr sz="950">
                <a:solidFill>
                  <a:srgbClr val="CAD6D0"/>
                </a:solidFill>
                <a:latin typeface="Aptos" panose="020B0004020202020204" pitchFamily="34" charset="0"/>
              </a:defRPr>
            </a:lvl1pPr>
          </a:lstStyle>
          <a:p>
            <a:fld id="{F926BF91-FFCE-4AC6-B32B-80000A34EC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9392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1A89F8-ED18-C2D3-A965-CE2EB2A2C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799" y="406400"/>
            <a:ext cx="8763000" cy="609600"/>
          </a:xfrm>
        </p:spPr>
        <p:txBody>
          <a:bodyPr anchor="b"/>
          <a:lstStyle>
            <a:lvl1pPr>
              <a:defRPr sz="2400">
                <a:solidFill>
                  <a:srgbClr val="F6F1E7"/>
                </a:solidFill>
                <a:latin typeface="Georgia" panose="02040502050405020303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8AC0100-9887-B127-F22B-52F63CAEA6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84200" y="1041400"/>
            <a:ext cx="8255000" cy="457200"/>
          </a:xfrm>
        </p:spPr>
        <p:txBody>
          <a:bodyPr/>
          <a:lstStyle>
            <a:lvl1pPr marL="0" indent="0">
              <a:buFontTx/>
              <a:buNone/>
              <a:defRPr sz="950">
                <a:solidFill>
                  <a:srgbClr val="CAD6D0"/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BDD67E-08A3-5A0A-2923-664FBDC3A4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84199" y="1041400"/>
            <a:ext cx="8255000" cy="457200"/>
          </a:xfrm>
        </p:spPr>
        <p:txBody>
          <a:bodyPr/>
          <a:lstStyle>
            <a:lvl1pPr marL="0" indent="0">
              <a:buFontTx/>
              <a:buNone/>
              <a:defRPr sz="950">
                <a:solidFill>
                  <a:srgbClr val="CAD6D0"/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6F6FF3-7F75-6F64-F047-D116C5492E3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4200" y="1041399"/>
            <a:ext cx="8255000" cy="457200"/>
          </a:xfrm>
        </p:spPr>
        <p:txBody>
          <a:bodyPr/>
          <a:lstStyle>
            <a:lvl1pPr>
              <a:buFontTx/>
              <a:buNone/>
              <a:defRPr sz="950">
                <a:solidFill>
                  <a:srgbClr val="CAD6D0"/>
                </a:solidFill>
                <a:latin typeface="Aptos" panose="020B0004020202020204" pitchFamily="34" charset="0"/>
              </a:defRPr>
            </a:lvl1pPr>
          </a:lstStyle>
          <a:p>
            <a:fld id="{D17749E4-2A8D-45E9-912C-E5331653DFC9}" type="datetimeFigureOut">
              <a:rPr lang="en-US" smtClean="0"/>
              <a:pPr/>
              <a:t>09-Jul-26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DF43C2-F205-9BD5-468A-6A1941219A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4200" y="1041399"/>
            <a:ext cx="8255000" cy="457200"/>
          </a:xfrm>
        </p:spPr>
        <p:txBody>
          <a:bodyPr/>
          <a:lstStyle>
            <a:lvl1pPr>
              <a:buFontTx/>
              <a:buNone/>
              <a:defRPr sz="950">
                <a:solidFill>
                  <a:srgbClr val="CAD6D0"/>
                </a:solidFill>
                <a:latin typeface="Aptos" panose="020B00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90156D-13C5-0ABF-C09C-DA96D232D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4200" y="1041399"/>
            <a:ext cx="8255000" cy="457200"/>
          </a:xfrm>
        </p:spPr>
        <p:txBody>
          <a:bodyPr/>
          <a:lstStyle>
            <a:lvl1pPr>
              <a:buFontTx/>
              <a:buNone/>
              <a:defRPr sz="950">
                <a:solidFill>
                  <a:srgbClr val="CAD6D0"/>
                </a:solidFill>
                <a:latin typeface="Aptos" panose="020B0004020202020204" pitchFamily="34" charset="0"/>
              </a:defRPr>
            </a:lvl1pPr>
          </a:lstStyle>
          <a:p>
            <a:fld id="{F926BF91-FFCE-4AC6-B32B-80000A34EC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233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692F0E-540E-C587-0D3B-227BD806B5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800" y="406400"/>
            <a:ext cx="8763000" cy="609600"/>
          </a:xfrm>
        </p:spPr>
        <p:txBody>
          <a:bodyPr/>
          <a:lstStyle>
            <a:lvl1pPr>
              <a:defRPr sz="2400">
                <a:solidFill>
                  <a:srgbClr val="F6F1E7"/>
                </a:solidFill>
                <a:latin typeface="Georgia" panose="02040502050405020303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13D2C0-2038-4401-6B89-2F8E3AF9CF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84200" y="1041400"/>
            <a:ext cx="8255000" cy="457200"/>
          </a:xfrm>
        </p:spPr>
        <p:txBody>
          <a:bodyPr vert="eaVert"/>
          <a:lstStyle>
            <a:lvl1pPr>
              <a:buFontTx/>
              <a:buNone/>
              <a:defRPr sz="950">
                <a:solidFill>
                  <a:srgbClr val="CAD6D0"/>
                </a:solidFill>
                <a:latin typeface="Aptos" panose="020B0004020202020204" pitchFamily="34" charset="0"/>
              </a:defRPr>
            </a:lvl1pPr>
            <a:lvl2pPr>
              <a:buFontTx/>
              <a:buNone/>
              <a:defRPr sz="950">
                <a:solidFill>
                  <a:srgbClr val="CAD6D0"/>
                </a:solidFill>
                <a:latin typeface="Aptos" panose="020B0004020202020204" pitchFamily="34" charset="0"/>
              </a:defRPr>
            </a:lvl2pPr>
            <a:lvl3pPr>
              <a:buFontTx/>
              <a:buNone/>
              <a:defRPr sz="950">
                <a:solidFill>
                  <a:srgbClr val="CAD6D0"/>
                </a:solidFill>
                <a:latin typeface="Aptos" panose="020B0004020202020204" pitchFamily="34" charset="0"/>
              </a:defRPr>
            </a:lvl3pPr>
            <a:lvl4pPr>
              <a:buFontTx/>
              <a:buNone/>
              <a:defRPr sz="950">
                <a:solidFill>
                  <a:srgbClr val="CAD6D0"/>
                </a:solidFill>
                <a:latin typeface="Aptos" panose="020B0004020202020204" pitchFamily="34" charset="0"/>
              </a:defRPr>
            </a:lvl4pPr>
            <a:lvl5pPr>
              <a:buFontTx/>
              <a:buNone/>
              <a:defRPr sz="950">
                <a:solidFill>
                  <a:srgbClr val="CAD6D0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3021F3-1F31-6A0F-E6AC-BAAC138B14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4200" y="1041399"/>
            <a:ext cx="8255000" cy="457200"/>
          </a:xfrm>
        </p:spPr>
        <p:txBody>
          <a:bodyPr/>
          <a:lstStyle>
            <a:lvl1pPr>
              <a:buFontTx/>
              <a:buNone/>
              <a:defRPr sz="950">
                <a:solidFill>
                  <a:srgbClr val="CAD6D0"/>
                </a:solidFill>
                <a:latin typeface="Aptos" panose="020B0004020202020204" pitchFamily="34" charset="0"/>
              </a:defRPr>
            </a:lvl1pPr>
          </a:lstStyle>
          <a:p>
            <a:fld id="{D17749E4-2A8D-45E9-912C-E5331653DFC9}" type="datetimeFigureOut">
              <a:rPr lang="en-US" smtClean="0"/>
              <a:pPr/>
              <a:t>09-Jul-26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4C94C1-FE85-6C48-5C8C-30D921EE00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4200" y="1041399"/>
            <a:ext cx="8255000" cy="457200"/>
          </a:xfrm>
        </p:spPr>
        <p:txBody>
          <a:bodyPr/>
          <a:lstStyle>
            <a:lvl1pPr>
              <a:buFontTx/>
              <a:buNone/>
              <a:defRPr sz="950">
                <a:solidFill>
                  <a:srgbClr val="CAD6D0"/>
                </a:solidFill>
                <a:latin typeface="Aptos" panose="020B00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344513-08CC-7996-4225-9B0EE86CE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4200" y="1041399"/>
            <a:ext cx="8255000" cy="457200"/>
          </a:xfrm>
        </p:spPr>
        <p:txBody>
          <a:bodyPr/>
          <a:lstStyle>
            <a:lvl1pPr>
              <a:buFontTx/>
              <a:buNone/>
              <a:defRPr sz="950">
                <a:solidFill>
                  <a:srgbClr val="CAD6D0"/>
                </a:solidFill>
                <a:latin typeface="Aptos" panose="020B0004020202020204" pitchFamily="34" charset="0"/>
              </a:defRPr>
            </a:lvl1pPr>
          </a:lstStyle>
          <a:p>
            <a:fld id="{F926BF91-FFCE-4AC6-B32B-80000A34EC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5639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FDFB7A9-BD82-F353-2085-E8DF669993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584200" y="1041400"/>
            <a:ext cx="8255000" cy="457200"/>
          </a:xfrm>
        </p:spPr>
        <p:txBody>
          <a:bodyPr vert="eaVert"/>
          <a:lstStyle>
            <a:lvl1pPr>
              <a:buFontTx/>
              <a:buNone/>
              <a:defRPr sz="950">
                <a:solidFill>
                  <a:srgbClr val="CAD6D0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51E8A4-9D91-48E2-BD6D-1ACF16AD87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84200" y="1041400"/>
            <a:ext cx="8255000" cy="457200"/>
          </a:xfrm>
        </p:spPr>
        <p:txBody>
          <a:bodyPr vert="eaVert"/>
          <a:lstStyle>
            <a:lvl1pPr>
              <a:buFontTx/>
              <a:buNone/>
              <a:defRPr sz="950">
                <a:solidFill>
                  <a:srgbClr val="CAD6D0"/>
                </a:solidFill>
                <a:latin typeface="Aptos" panose="020B0004020202020204" pitchFamily="34" charset="0"/>
              </a:defRPr>
            </a:lvl1pPr>
            <a:lvl2pPr>
              <a:buFontTx/>
              <a:buNone/>
              <a:defRPr sz="950">
                <a:solidFill>
                  <a:srgbClr val="CAD6D0"/>
                </a:solidFill>
                <a:latin typeface="Aptos" panose="020B0004020202020204" pitchFamily="34" charset="0"/>
              </a:defRPr>
            </a:lvl2pPr>
            <a:lvl3pPr>
              <a:buFontTx/>
              <a:buNone/>
              <a:defRPr sz="950">
                <a:solidFill>
                  <a:srgbClr val="CAD6D0"/>
                </a:solidFill>
                <a:latin typeface="Aptos" panose="020B0004020202020204" pitchFamily="34" charset="0"/>
              </a:defRPr>
            </a:lvl3pPr>
            <a:lvl4pPr>
              <a:buFontTx/>
              <a:buNone/>
              <a:defRPr sz="950">
                <a:solidFill>
                  <a:srgbClr val="CAD6D0"/>
                </a:solidFill>
                <a:latin typeface="Aptos" panose="020B0004020202020204" pitchFamily="34" charset="0"/>
              </a:defRPr>
            </a:lvl4pPr>
            <a:lvl5pPr>
              <a:buFontTx/>
              <a:buNone/>
              <a:defRPr sz="950">
                <a:solidFill>
                  <a:srgbClr val="CAD6D0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97AAFF-3C4A-1806-D713-729AF116042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4200" y="1041399"/>
            <a:ext cx="8255000" cy="457200"/>
          </a:xfrm>
        </p:spPr>
        <p:txBody>
          <a:bodyPr/>
          <a:lstStyle>
            <a:lvl1pPr>
              <a:buFontTx/>
              <a:buNone/>
              <a:defRPr sz="950">
                <a:solidFill>
                  <a:srgbClr val="CAD6D0"/>
                </a:solidFill>
                <a:latin typeface="Aptos" panose="020B0004020202020204" pitchFamily="34" charset="0"/>
              </a:defRPr>
            </a:lvl1pPr>
          </a:lstStyle>
          <a:p>
            <a:fld id="{D17749E4-2A8D-45E9-912C-E5331653DFC9}" type="datetimeFigureOut">
              <a:rPr lang="en-US" smtClean="0"/>
              <a:pPr/>
              <a:t>09-Jul-26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6042AD-831B-B774-0D23-E5E6A3AABD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4200" y="1041399"/>
            <a:ext cx="8255000" cy="457200"/>
          </a:xfrm>
        </p:spPr>
        <p:txBody>
          <a:bodyPr/>
          <a:lstStyle>
            <a:lvl1pPr>
              <a:buFontTx/>
              <a:buNone/>
              <a:defRPr sz="950">
                <a:solidFill>
                  <a:srgbClr val="CAD6D0"/>
                </a:solidFill>
                <a:latin typeface="Aptos" panose="020B00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E8E913-8444-3AD5-E536-7E1F54764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4200" y="1041399"/>
            <a:ext cx="8255000" cy="457200"/>
          </a:xfrm>
        </p:spPr>
        <p:txBody>
          <a:bodyPr/>
          <a:lstStyle>
            <a:lvl1pPr>
              <a:buFontTx/>
              <a:buNone/>
              <a:defRPr sz="950">
                <a:solidFill>
                  <a:srgbClr val="CAD6D0"/>
                </a:solidFill>
                <a:latin typeface="Aptos" panose="020B0004020202020204" pitchFamily="34" charset="0"/>
              </a:defRPr>
            </a:lvl1pPr>
          </a:lstStyle>
          <a:p>
            <a:fld id="{F926BF91-FFCE-4AC6-B32B-80000A34EC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3702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F7B8B-512F-8F6F-F3FF-B5F2DFC3DF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91E378-C866-3A11-7494-2ECF1F7EB2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4743C6-0310-2B25-64C5-C33928B102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7749E4-2A8D-45E9-912C-E5331653DFC9}" type="datetimeFigureOut">
              <a:rPr lang="en-US" smtClean="0"/>
              <a:t>09-Jul-26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3DCF4F-66FE-28F1-4ECA-C19C0AB957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E9FBDD-C070-BB18-984C-E542788B0E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6BF91-FFCE-4AC6-B32B-80000A34E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6974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AGP Category Block Dark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GP Master Dark Background">
            <a:extLst>
              <a:ext uri="{FF2B5EF4-FFF2-40B4-BE49-F238E27FC236}">
                <a16:creationId xmlns:a16="http://schemas.microsoft.com/office/drawing/2014/main" id="{7C79DA91-C6AB-AFE1-CC1E-CA4374625718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1B1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49B2320-102C-4540-D272-023D5E13A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8C33A7-F706-6F83-35A4-849B511D40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AD3F61-250C-3399-E6CA-1D3A2336A3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7749E4-2A8D-45E9-912C-E5331653DFC9}" type="datetimeFigureOut">
              <a:rPr lang="en-US" smtClean="0"/>
              <a:t>09-Jul-26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80A9AC-2198-345F-8C96-8F5A438D8C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9FEA1F-462C-749A-A261-8B3BBF4164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26BF91-FFCE-4AC6-B32B-80000A34ECF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D579D80-1C6D-CB69-7522-F8D455AFBB48}"/>
              </a:ext>
            </a:extLst>
          </p:cNvPr>
          <p:cNvSpPr/>
          <p:nvPr userDrawn="1"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D8A8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7289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01403-B0F4-8E6C-D8B5-9013DFFC17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800" y="406400"/>
            <a:ext cx="9144000" cy="609600"/>
          </a:xfrm>
        </p:spPr>
        <p:txBody>
          <a:bodyPr>
            <a:normAutofit/>
          </a:bodyPr>
          <a:lstStyle/>
          <a:p>
            <a:r>
              <a:rPr lang="en-US" sz="2500">
                <a:solidFill>
                  <a:srgbClr val="F6F1E7"/>
                </a:solidFill>
                <a:latin typeface="Georgia" panose="02040502050405020303" pitchFamily="18" charset="0"/>
              </a:rPr>
              <a:t>AGP = governance infrastructure for trusted giving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C0B978-EA1B-424D-A7CD-E0CBE5F787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4200" y="1041400"/>
            <a:ext cx="8699500" cy="4572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050">
                <a:solidFill>
                  <a:srgbClr val="CAD6D0"/>
                </a:solidFill>
                <a:latin typeface="Aptos" panose="020B0004020202020204" pitchFamily="34" charset="0"/>
              </a:rPr>
              <a:t>Not just a donation app: AGP connects charity governance work, oversight review, donor confidence and sponsored support for charities.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615538E-4E16-AA08-C495-7439E0F24A7F}"/>
              </a:ext>
            </a:extLst>
          </p:cNvPr>
          <p:cNvSpPr/>
          <p:nvPr/>
        </p:nvSpPr>
        <p:spPr>
          <a:xfrm>
            <a:off x="609600" y="1651000"/>
            <a:ext cx="10617200" cy="711200"/>
          </a:xfrm>
          <a:prstGeom prst="rect">
            <a:avLst/>
          </a:prstGeom>
          <a:solidFill>
            <a:srgbClr val="1F352F"/>
          </a:solidFill>
          <a:ln>
            <a:solidFill>
              <a:srgbClr val="5268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45BF1A-7288-4BCC-9670-B9336ED7E9D3}"/>
              </a:ext>
            </a:extLst>
          </p:cNvPr>
          <p:cNvSpPr txBox="1"/>
          <p:nvPr/>
        </p:nvSpPr>
        <p:spPr>
          <a:xfrm>
            <a:off x="838200" y="1841500"/>
            <a:ext cx="1498600" cy="148759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800" b="1">
                <a:solidFill>
                  <a:srgbClr val="D8A84E"/>
                </a:solidFill>
                <a:latin typeface="Aptos" panose="020B0004020202020204" pitchFamily="34" charset="0"/>
              </a:rPr>
              <a:t>Plain explanation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E3A3863-D75E-3F36-0565-4919AFE7C61D}"/>
              </a:ext>
            </a:extLst>
          </p:cNvPr>
          <p:cNvSpPr txBox="1"/>
          <p:nvPr/>
        </p:nvSpPr>
        <p:spPr>
          <a:xfrm>
            <a:off x="2565400" y="1816100"/>
            <a:ext cx="7747000" cy="202620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1150" b="1">
                <a:solidFill>
                  <a:srgbClr val="F6F1E7"/>
                </a:solidFill>
                <a:latin typeface="Aptos" panose="020B0004020202020204" pitchFamily="34" charset="0"/>
              </a:rPr>
              <a:t>AGP turns charity governance evidence into trust signals that authorities can review and donors can understand.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0BA09E8-8726-21A5-AC8F-0EE28B7752F5}"/>
              </a:ext>
            </a:extLst>
          </p:cNvPr>
          <p:cNvSpPr txBox="1"/>
          <p:nvPr/>
        </p:nvSpPr>
        <p:spPr>
          <a:xfrm>
            <a:off x="2565400" y="2082800"/>
            <a:ext cx="7874000" cy="148759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800">
                <a:solidFill>
                  <a:srgbClr val="CAD6D0"/>
                </a:solidFill>
                <a:latin typeface="Aptos" panose="020B0004020202020204" pitchFamily="34" charset="0"/>
              </a:rPr>
              <a:t>The tools, onboarding, support and training are funded separately from donor money so charities can use AGP for free.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7DA7828-F45E-D735-E4CE-9A0E1D079681}"/>
              </a:ext>
            </a:extLst>
          </p:cNvPr>
          <p:cNvSpPr/>
          <p:nvPr/>
        </p:nvSpPr>
        <p:spPr>
          <a:xfrm>
            <a:off x="609600" y="2717800"/>
            <a:ext cx="5105400" cy="1371600"/>
          </a:xfrm>
          <a:prstGeom prst="rect">
            <a:avLst/>
          </a:prstGeom>
          <a:solidFill>
            <a:srgbClr val="D8A8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29AAF8-52A7-3E47-8C34-1B9348C05282}"/>
              </a:ext>
            </a:extLst>
          </p:cNvPr>
          <p:cNvSpPr txBox="1"/>
          <p:nvPr/>
        </p:nvSpPr>
        <p:spPr>
          <a:xfrm>
            <a:off x="863600" y="2946400"/>
            <a:ext cx="2413000" cy="136448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720" b="1">
                <a:solidFill>
                  <a:srgbClr val="0E1B18"/>
                </a:solidFill>
                <a:latin typeface="Aptos" panose="020B0004020202020204" pitchFamily="34" charset="0"/>
              </a:rPr>
              <a:t>01  WHO IT SERVES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3EC48D0-B95E-F476-B7A5-505B9CD31A17}"/>
              </a:ext>
            </a:extLst>
          </p:cNvPr>
          <p:cNvSpPr txBox="1"/>
          <p:nvPr/>
        </p:nvSpPr>
        <p:spPr>
          <a:xfrm>
            <a:off x="863600" y="3200400"/>
            <a:ext cx="4064000" cy="194925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1100" b="1">
                <a:solidFill>
                  <a:srgbClr val="0E1B18"/>
                </a:solidFill>
                <a:latin typeface="Aptos" panose="020B0004020202020204" pitchFamily="34" charset="0"/>
              </a:rPr>
              <a:t>One shared trust record, four stakeholder views.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72716EA-8DDF-B064-EC24-19CE001191BE}"/>
              </a:ext>
            </a:extLst>
          </p:cNvPr>
          <p:cNvSpPr/>
          <p:nvPr/>
        </p:nvSpPr>
        <p:spPr>
          <a:xfrm>
            <a:off x="863600" y="3581400"/>
            <a:ext cx="1041400" cy="355600"/>
          </a:xfrm>
          <a:prstGeom prst="rect">
            <a:avLst/>
          </a:prstGeom>
          <a:solidFill>
            <a:srgbClr val="0E1B1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9C1C1EE-9BD5-6792-9E1D-F0EFBC37C46F}"/>
              </a:ext>
            </a:extLst>
          </p:cNvPr>
          <p:cNvSpPr txBox="1"/>
          <p:nvPr/>
        </p:nvSpPr>
        <p:spPr>
          <a:xfrm>
            <a:off x="990600" y="3683000"/>
            <a:ext cx="787400" cy="141064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750" b="1">
                <a:solidFill>
                  <a:srgbClr val="F6F1E7"/>
                </a:solidFill>
                <a:latin typeface="Aptos" panose="020B0004020202020204" pitchFamily="34" charset="0"/>
              </a:rPr>
              <a:t>Charities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4D58040-EECE-5418-000A-830F9E91E198}"/>
              </a:ext>
            </a:extLst>
          </p:cNvPr>
          <p:cNvSpPr/>
          <p:nvPr/>
        </p:nvSpPr>
        <p:spPr>
          <a:xfrm>
            <a:off x="2032000" y="3581400"/>
            <a:ext cx="1117600" cy="355600"/>
          </a:xfrm>
          <a:prstGeom prst="rect">
            <a:avLst/>
          </a:prstGeom>
          <a:solidFill>
            <a:srgbClr val="7BAA9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4482350-ACE0-09F0-6571-81A5BABF8FB0}"/>
              </a:ext>
            </a:extLst>
          </p:cNvPr>
          <p:cNvSpPr txBox="1"/>
          <p:nvPr/>
        </p:nvSpPr>
        <p:spPr>
          <a:xfrm>
            <a:off x="2159000" y="3683000"/>
            <a:ext cx="863600" cy="141064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750" b="1">
                <a:solidFill>
                  <a:srgbClr val="0E1B18"/>
                </a:solidFill>
                <a:latin typeface="Aptos" panose="020B0004020202020204" pitchFamily="34" charset="0"/>
              </a:rPr>
              <a:t>Authorities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6D9CD6-A4F5-1B10-0E0F-7BACF3C1149D}"/>
              </a:ext>
            </a:extLst>
          </p:cNvPr>
          <p:cNvSpPr/>
          <p:nvPr/>
        </p:nvSpPr>
        <p:spPr>
          <a:xfrm>
            <a:off x="3276600" y="3581400"/>
            <a:ext cx="914400" cy="355600"/>
          </a:xfrm>
          <a:prstGeom prst="rect">
            <a:avLst/>
          </a:prstGeom>
          <a:solidFill>
            <a:srgbClr val="466A7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C35C944-29A4-4821-C5BA-D2A2E6BA5690}"/>
              </a:ext>
            </a:extLst>
          </p:cNvPr>
          <p:cNvSpPr txBox="1"/>
          <p:nvPr/>
        </p:nvSpPr>
        <p:spPr>
          <a:xfrm>
            <a:off x="3403600" y="3683000"/>
            <a:ext cx="660400" cy="141064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750" b="1">
                <a:solidFill>
                  <a:srgbClr val="F6F1E7"/>
                </a:solidFill>
                <a:latin typeface="Aptos" panose="020B0004020202020204" pitchFamily="34" charset="0"/>
              </a:rPr>
              <a:t>Donors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3018F5F-3021-AF87-DC72-263B423A16F6}"/>
              </a:ext>
            </a:extLst>
          </p:cNvPr>
          <p:cNvSpPr/>
          <p:nvPr/>
        </p:nvSpPr>
        <p:spPr>
          <a:xfrm>
            <a:off x="4318000" y="3581400"/>
            <a:ext cx="1041400" cy="355600"/>
          </a:xfrm>
          <a:prstGeom prst="rect">
            <a:avLst/>
          </a:prstGeom>
          <a:solidFill>
            <a:srgbClr val="B46A4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17DD068-EE82-F54E-163A-47F0BBC11B86}"/>
              </a:ext>
            </a:extLst>
          </p:cNvPr>
          <p:cNvSpPr txBox="1"/>
          <p:nvPr/>
        </p:nvSpPr>
        <p:spPr>
          <a:xfrm>
            <a:off x="4445000" y="3683000"/>
            <a:ext cx="787400" cy="141064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750" b="1">
                <a:solidFill>
                  <a:srgbClr val="F6F1E7"/>
                </a:solidFill>
                <a:latin typeface="Aptos" panose="020B0004020202020204" pitchFamily="34" charset="0"/>
              </a:rPr>
              <a:t>Sponsors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0A17326-86E6-D08C-7066-811D5644F967}"/>
              </a:ext>
            </a:extLst>
          </p:cNvPr>
          <p:cNvSpPr/>
          <p:nvPr/>
        </p:nvSpPr>
        <p:spPr>
          <a:xfrm>
            <a:off x="6121400" y="2717800"/>
            <a:ext cx="5105400" cy="1371600"/>
          </a:xfrm>
          <a:prstGeom prst="rect">
            <a:avLst/>
          </a:prstGeom>
          <a:solidFill>
            <a:srgbClr val="7BAA9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ABE0B91-9EA1-AD1C-46A3-643666EF9843}"/>
              </a:ext>
            </a:extLst>
          </p:cNvPr>
          <p:cNvSpPr txBox="1"/>
          <p:nvPr/>
        </p:nvSpPr>
        <p:spPr>
          <a:xfrm>
            <a:off x="6375400" y="2946400"/>
            <a:ext cx="2413000" cy="136448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720" b="1">
                <a:solidFill>
                  <a:srgbClr val="0E1B18"/>
                </a:solidFill>
                <a:latin typeface="Aptos" panose="020B0004020202020204" pitchFamily="34" charset="0"/>
              </a:rPr>
              <a:t>02  PRODUCT SURFACES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131D519-57E4-10BE-7DFB-5B9CFC5A14EA}"/>
              </a:ext>
            </a:extLst>
          </p:cNvPr>
          <p:cNvSpPr txBox="1"/>
          <p:nvPr/>
        </p:nvSpPr>
        <p:spPr>
          <a:xfrm>
            <a:off x="6375400" y="3200400"/>
            <a:ext cx="3810000" cy="194925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1100" b="1">
                <a:solidFill>
                  <a:srgbClr val="0E1B18"/>
                </a:solidFill>
                <a:latin typeface="Aptos" panose="020B0004020202020204" pitchFamily="34" charset="0"/>
              </a:rPr>
              <a:t>Each audience gets the right workspace.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2DD0ED1-E1E5-7D6F-4164-CBCE113EE47C}"/>
              </a:ext>
            </a:extLst>
          </p:cNvPr>
          <p:cNvSpPr/>
          <p:nvPr/>
        </p:nvSpPr>
        <p:spPr>
          <a:xfrm>
            <a:off x="6375400" y="3581400"/>
            <a:ext cx="1320800" cy="355600"/>
          </a:xfrm>
          <a:prstGeom prst="rect">
            <a:avLst/>
          </a:prstGeom>
          <a:solidFill>
            <a:srgbClr val="D8A8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6D87E77-AECB-AD75-8F08-33F2A7E46DDD}"/>
              </a:ext>
            </a:extLst>
          </p:cNvPr>
          <p:cNvSpPr txBox="1"/>
          <p:nvPr/>
        </p:nvSpPr>
        <p:spPr>
          <a:xfrm>
            <a:off x="6502400" y="3683000"/>
            <a:ext cx="1066800" cy="141064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750" b="1">
                <a:solidFill>
                  <a:srgbClr val="0E1B18"/>
                </a:solidFill>
                <a:latin typeface="Aptos" panose="020B0004020202020204" pitchFamily="34" charset="0"/>
              </a:rPr>
              <a:t>amanahOS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7C1BC1C-CDF3-2ED0-0066-5CB0B82E3415}"/>
              </a:ext>
            </a:extLst>
          </p:cNvPr>
          <p:cNvSpPr/>
          <p:nvPr/>
        </p:nvSpPr>
        <p:spPr>
          <a:xfrm>
            <a:off x="7848600" y="3581400"/>
            <a:ext cx="1498600" cy="355600"/>
          </a:xfrm>
          <a:prstGeom prst="rect">
            <a:avLst/>
          </a:prstGeom>
          <a:solidFill>
            <a:srgbClr val="1F35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EB589FE-755B-E906-65EE-7ECF166086BD}"/>
              </a:ext>
            </a:extLst>
          </p:cNvPr>
          <p:cNvSpPr txBox="1"/>
          <p:nvPr/>
        </p:nvSpPr>
        <p:spPr>
          <a:xfrm>
            <a:off x="7975600" y="3683000"/>
            <a:ext cx="1244600" cy="141064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750" b="1">
                <a:solidFill>
                  <a:srgbClr val="F6F1E7"/>
                </a:solidFill>
                <a:latin typeface="Aptos" panose="020B0004020202020204" pitchFamily="34" charset="0"/>
              </a:rPr>
              <a:t>AGP Console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0B3BBEB-B0EA-25DC-1781-746951650F48}"/>
              </a:ext>
            </a:extLst>
          </p:cNvPr>
          <p:cNvSpPr/>
          <p:nvPr/>
        </p:nvSpPr>
        <p:spPr>
          <a:xfrm>
            <a:off x="9499600" y="3581400"/>
            <a:ext cx="1320800" cy="355600"/>
          </a:xfrm>
          <a:prstGeom prst="rect">
            <a:avLst/>
          </a:prstGeom>
          <a:solidFill>
            <a:srgbClr val="466A7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CF22482-7A12-70B0-7114-E2F83F9BFDDE}"/>
              </a:ext>
            </a:extLst>
          </p:cNvPr>
          <p:cNvSpPr txBox="1"/>
          <p:nvPr/>
        </p:nvSpPr>
        <p:spPr>
          <a:xfrm>
            <a:off x="9626600" y="3683000"/>
            <a:ext cx="1066800" cy="141064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750" b="1">
                <a:solidFill>
                  <a:srgbClr val="F6F1E7"/>
                </a:solidFill>
                <a:latin typeface="Aptos" panose="020B0004020202020204" pitchFamily="34" charset="0"/>
              </a:rPr>
              <a:t>AmanahHub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617BA0A-08AA-654F-C300-48781555F2AE}"/>
              </a:ext>
            </a:extLst>
          </p:cNvPr>
          <p:cNvSpPr/>
          <p:nvPr/>
        </p:nvSpPr>
        <p:spPr>
          <a:xfrm>
            <a:off x="609600" y="4445000"/>
            <a:ext cx="5105400" cy="1422400"/>
          </a:xfrm>
          <a:prstGeom prst="rect">
            <a:avLst/>
          </a:prstGeom>
          <a:solidFill>
            <a:srgbClr val="1F35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5637699-7928-2C1D-2BC4-42AC50CFBCC7}"/>
              </a:ext>
            </a:extLst>
          </p:cNvPr>
          <p:cNvSpPr txBox="1"/>
          <p:nvPr/>
        </p:nvSpPr>
        <p:spPr>
          <a:xfrm>
            <a:off x="863600" y="4673600"/>
            <a:ext cx="2413000" cy="136448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720" b="1">
                <a:solidFill>
                  <a:srgbClr val="D8A84E"/>
                </a:solidFill>
                <a:latin typeface="Aptos" panose="020B0004020202020204" pitchFamily="34" charset="0"/>
              </a:rPr>
              <a:t>03  TRUST ENGINE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EA083D5-CE10-70B6-9BE6-46337E2FD47D}"/>
              </a:ext>
            </a:extLst>
          </p:cNvPr>
          <p:cNvSpPr txBox="1"/>
          <p:nvPr/>
        </p:nvSpPr>
        <p:spPr>
          <a:xfrm>
            <a:off x="863600" y="4927600"/>
            <a:ext cx="3810000" cy="194925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1100" b="1">
                <a:solidFill>
                  <a:srgbClr val="F6F1E7"/>
                </a:solidFill>
                <a:latin typeface="Aptos" panose="020B0004020202020204" pitchFamily="34" charset="0"/>
              </a:rPr>
              <a:t>Evidence becomes accountable trust.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AA216DF-8264-D044-C956-147B9F8FB554}"/>
              </a:ext>
            </a:extLst>
          </p:cNvPr>
          <p:cNvSpPr/>
          <p:nvPr/>
        </p:nvSpPr>
        <p:spPr>
          <a:xfrm>
            <a:off x="863600" y="5334000"/>
            <a:ext cx="1092200" cy="355600"/>
          </a:xfrm>
          <a:prstGeom prst="rect">
            <a:avLst/>
          </a:prstGeom>
          <a:solidFill>
            <a:srgbClr val="D8A8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CB860D2-4932-F106-C572-2C87E17682C9}"/>
              </a:ext>
            </a:extLst>
          </p:cNvPr>
          <p:cNvSpPr txBox="1"/>
          <p:nvPr/>
        </p:nvSpPr>
        <p:spPr>
          <a:xfrm>
            <a:off x="990600" y="5435600"/>
            <a:ext cx="838200" cy="141064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750" b="1">
                <a:solidFill>
                  <a:srgbClr val="0E1B18"/>
                </a:solidFill>
                <a:latin typeface="Aptos" panose="020B0004020202020204" pitchFamily="34" charset="0"/>
              </a:rPr>
              <a:t>Evidence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9D90359-A6C6-7509-BF19-EC9980E83001}"/>
              </a:ext>
            </a:extLst>
          </p:cNvPr>
          <p:cNvSpPr/>
          <p:nvPr/>
        </p:nvSpPr>
        <p:spPr>
          <a:xfrm>
            <a:off x="2057400" y="5334000"/>
            <a:ext cx="1041400" cy="355600"/>
          </a:xfrm>
          <a:prstGeom prst="rect">
            <a:avLst/>
          </a:prstGeom>
          <a:solidFill>
            <a:srgbClr val="7BAA9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5E88D9E-9B6C-17B5-0C4F-DCCCCCA752CF}"/>
              </a:ext>
            </a:extLst>
          </p:cNvPr>
          <p:cNvSpPr txBox="1"/>
          <p:nvPr/>
        </p:nvSpPr>
        <p:spPr>
          <a:xfrm>
            <a:off x="2184400" y="5435600"/>
            <a:ext cx="787400" cy="141064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750" b="1">
                <a:solidFill>
                  <a:srgbClr val="0E1B18"/>
                </a:solidFill>
                <a:latin typeface="Aptos" panose="020B0004020202020204" pitchFamily="34" charset="0"/>
              </a:rPr>
              <a:t>Audit logs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0669F35-043C-FA8A-08EF-192AEFA19DDE}"/>
              </a:ext>
            </a:extLst>
          </p:cNvPr>
          <p:cNvSpPr/>
          <p:nvPr/>
        </p:nvSpPr>
        <p:spPr>
          <a:xfrm>
            <a:off x="3200400" y="5334000"/>
            <a:ext cx="939800" cy="355600"/>
          </a:xfrm>
          <a:prstGeom prst="rect">
            <a:avLst/>
          </a:prstGeom>
          <a:solidFill>
            <a:srgbClr val="466A7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342F279-B0E0-5A86-7D3A-1E20C9F86D15}"/>
              </a:ext>
            </a:extLst>
          </p:cNvPr>
          <p:cNvSpPr txBox="1"/>
          <p:nvPr/>
        </p:nvSpPr>
        <p:spPr>
          <a:xfrm>
            <a:off x="3327400" y="5435600"/>
            <a:ext cx="685800" cy="141064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750" b="1">
                <a:solidFill>
                  <a:srgbClr val="F6F1E7"/>
                </a:solidFill>
                <a:latin typeface="Aptos" panose="020B0004020202020204" pitchFamily="34" charset="0"/>
              </a:rPr>
              <a:t>CTCF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5F97067-C7CD-0545-F1CB-FA73064C533C}"/>
              </a:ext>
            </a:extLst>
          </p:cNvPr>
          <p:cNvSpPr/>
          <p:nvPr/>
        </p:nvSpPr>
        <p:spPr>
          <a:xfrm>
            <a:off x="4241800" y="5334000"/>
            <a:ext cx="1117600" cy="355600"/>
          </a:xfrm>
          <a:prstGeom prst="rect">
            <a:avLst/>
          </a:prstGeom>
          <a:solidFill>
            <a:srgbClr val="A6B96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B8DF9BC-B795-216A-DF94-ADEEDB75E95A}"/>
              </a:ext>
            </a:extLst>
          </p:cNvPr>
          <p:cNvSpPr txBox="1"/>
          <p:nvPr/>
        </p:nvSpPr>
        <p:spPr>
          <a:xfrm>
            <a:off x="4368800" y="5435600"/>
            <a:ext cx="863600" cy="141064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750" b="1">
                <a:solidFill>
                  <a:srgbClr val="0E1B18"/>
                </a:solidFill>
                <a:latin typeface="Aptos" panose="020B0004020202020204" pitchFamily="34" charset="0"/>
              </a:rPr>
              <a:t>Amanah Index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CA06E5F-3AB9-D3AD-9C5D-7FCD9BC3DFF1}"/>
              </a:ext>
            </a:extLst>
          </p:cNvPr>
          <p:cNvSpPr/>
          <p:nvPr/>
        </p:nvSpPr>
        <p:spPr>
          <a:xfrm>
            <a:off x="6121400" y="4445000"/>
            <a:ext cx="5105400" cy="1574800"/>
          </a:xfrm>
          <a:prstGeom prst="rect">
            <a:avLst/>
          </a:prstGeom>
          <a:solidFill>
            <a:srgbClr val="466A7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098E4B1-826A-46DE-2A57-9F1A77175ACC}"/>
              </a:ext>
            </a:extLst>
          </p:cNvPr>
          <p:cNvSpPr txBox="1"/>
          <p:nvPr/>
        </p:nvSpPr>
        <p:spPr>
          <a:xfrm>
            <a:off x="6375400" y="4673600"/>
            <a:ext cx="2413000" cy="136448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720" b="1">
                <a:solidFill>
                  <a:srgbClr val="F6F1E7"/>
                </a:solidFill>
                <a:latin typeface="Aptos" panose="020B0004020202020204" pitchFamily="34" charset="0"/>
              </a:rPr>
              <a:t>04  MONEY PRINCIPLE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9D0421E-3B92-52FF-9C76-5CBC4358A99B}"/>
              </a:ext>
            </a:extLst>
          </p:cNvPr>
          <p:cNvSpPr txBox="1"/>
          <p:nvPr/>
        </p:nvSpPr>
        <p:spPr>
          <a:xfrm>
            <a:off x="6375400" y="4927600"/>
            <a:ext cx="4013200" cy="194925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1100" b="1">
                <a:solidFill>
                  <a:srgbClr val="F6F1E7"/>
                </a:solidFill>
                <a:latin typeface="Aptos" panose="020B0004020202020204" pitchFamily="34" charset="0"/>
              </a:rPr>
              <a:t>Two money flows, kept separate.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4A0E979A-B5B7-6FE9-BB25-E1DA4C9F9EEE}"/>
              </a:ext>
            </a:extLst>
          </p:cNvPr>
          <p:cNvSpPr/>
          <p:nvPr/>
        </p:nvSpPr>
        <p:spPr>
          <a:xfrm>
            <a:off x="6375400" y="5257800"/>
            <a:ext cx="2082800" cy="609600"/>
          </a:xfrm>
          <a:prstGeom prst="rect">
            <a:avLst/>
          </a:prstGeom>
          <a:solidFill>
            <a:srgbClr val="A6B96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1561585-4EDC-F48F-D3F3-1A28DA2F4BF6}"/>
              </a:ext>
            </a:extLst>
          </p:cNvPr>
          <p:cNvSpPr txBox="1"/>
          <p:nvPr/>
        </p:nvSpPr>
        <p:spPr>
          <a:xfrm>
            <a:off x="6527800" y="5384800"/>
            <a:ext cx="1701800" cy="144142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770" b="1">
                <a:solidFill>
                  <a:srgbClr val="0E1B18"/>
                </a:solidFill>
                <a:latin typeface="Aptos" panose="020B0004020202020204" pitchFamily="34" charset="0"/>
              </a:rPr>
              <a:t>Donor -&gt; Charity org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C065D48-7083-4E21-D7A4-4EAD56524018}"/>
              </a:ext>
            </a:extLst>
          </p:cNvPr>
          <p:cNvSpPr txBox="1"/>
          <p:nvPr/>
        </p:nvSpPr>
        <p:spPr>
          <a:xfrm>
            <a:off x="6527800" y="5638800"/>
            <a:ext cx="1600200" cy="125675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650">
                <a:solidFill>
                  <a:srgbClr val="0E1B18"/>
                </a:solidFill>
                <a:latin typeface="Aptos" panose="020B0004020202020204" pitchFamily="34" charset="0"/>
              </a:rPr>
              <a:t>direct giving; AGP never holds donor funds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0076C616-6E72-B4E8-E32C-FF521132FD53}"/>
              </a:ext>
            </a:extLst>
          </p:cNvPr>
          <p:cNvSpPr/>
          <p:nvPr/>
        </p:nvSpPr>
        <p:spPr>
          <a:xfrm>
            <a:off x="8636000" y="5257800"/>
            <a:ext cx="2336800" cy="609600"/>
          </a:xfrm>
          <a:prstGeom prst="rect">
            <a:avLst/>
          </a:prstGeom>
          <a:solidFill>
            <a:srgbClr val="B46A4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6AD0780-6FFF-BCE9-7F7E-FCF27BF646B2}"/>
              </a:ext>
            </a:extLst>
          </p:cNvPr>
          <p:cNvSpPr txBox="1"/>
          <p:nvPr/>
        </p:nvSpPr>
        <p:spPr>
          <a:xfrm>
            <a:off x="8788400" y="5384800"/>
            <a:ext cx="1955800" cy="144142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770" b="1">
                <a:solidFill>
                  <a:srgbClr val="F6F1E7"/>
                </a:solidFill>
                <a:latin typeface="Aptos" panose="020B0004020202020204" pitchFamily="34" charset="0"/>
              </a:rPr>
              <a:t>Sponsors -&gt; AGP support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8D0E939-3AA0-ED73-E647-2D4915EF3731}"/>
              </a:ext>
            </a:extLst>
          </p:cNvPr>
          <p:cNvSpPr txBox="1"/>
          <p:nvPr/>
        </p:nvSpPr>
        <p:spPr>
          <a:xfrm>
            <a:off x="8788400" y="5638800"/>
            <a:ext cx="1955800" cy="222625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640">
                <a:solidFill>
                  <a:srgbClr val="F6F1E7"/>
                </a:solidFill>
                <a:latin typeface="Aptos" panose="020B0004020202020204" pitchFamily="34" charset="0"/>
              </a:rPr>
              <a:t>fund operations, tools, support and training for highest trust level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6D000A2-8E9F-F85B-3F3C-8AB5B0BC5671}"/>
              </a:ext>
            </a:extLst>
          </p:cNvPr>
          <p:cNvSpPr txBox="1"/>
          <p:nvPr/>
        </p:nvSpPr>
        <p:spPr>
          <a:xfrm>
            <a:off x="609600" y="6299200"/>
            <a:ext cx="9652000" cy="151836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820" b="1">
                <a:solidFill>
                  <a:srgbClr val="F6F1E7"/>
                </a:solidFill>
                <a:latin typeface="Aptos" panose="020B0004020202020204" pitchFamily="34" charset="0"/>
              </a:rPr>
              <a:t>Amanah = trust  |  Shafafiyyah = transparency  |  Mas'uliyyah = accountability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04EE6DD-DCA7-4F02-476D-750AD40120D3}"/>
              </a:ext>
            </a:extLst>
          </p:cNvPr>
          <p:cNvSpPr txBox="1"/>
          <p:nvPr/>
        </p:nvSpPr>
        <p:spPr>
          <a:xfrm>
            <a:off x="609600" y="6578600"/>
            <a:ext cx="8255000" cy="125675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650">
                <a:solidFill>
                  <a:srgbClr val="81978E"/>
                </a:solidFill>
                <a:latin typeface="Aptos" panose="020B0004020202020204" pitchFamily="34" charset="0"/>
              </a:rPr>
              <a:t>Source: AGP /about, /how-it-works, architecture map and stakeholder briefing decks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341DC2C-46E2-F721-1417-316E7117FD89}"/>
              </a:ext>
            </a:extLst>
          </p:cNvPr>
          <p:cNvSpPr txBox="1"/>
          <p:nvPr/>
        </p:nvSpPr>
        <p:spPr>
          <a:xfrm>
            <a:off x="11074400" y="6553200"/>
            <a:ext cx="508000" cy="156453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850" b="1">
                <a:solidFill>
                  <a:srgbClr val="D8A84E"/>
                </a:solidFill>
                <a:latin typeface="Aptos" panose="020B0004020202020204" pitchFamily="34" charset="0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5661120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181</Words>
  <Application>Microsoft Office PowerPoint</Application>
  <PresentationFormat>Custom</PresentationFormat>
  <Paragraphs>31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Arial</vt:lpstr>
      <vt:lpstr>Calibri</vt:lpstr>
      <vt:lpstr>Calibri Light</vt:lpstr>
      <vt:lpstr>Georgia</vt:lpstr>
      <vt:lpstr>Office Theme</vt:lpstr>
      <vt:lpstr>AGP = governance infrastructure for trusted giving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kamal latif</dc:creator>
  <cp:lastModifiedBy>kamal latif</cp:lastModifiedBy>
  <cp:revision>1</cp:revision>
  <dcterms:created xsi:type="dcterms:W3CDTF">2026-07-09T14:23:35Z</dcterms:created>
  <dcterms:modified xsi:type="dcterms:W3CDTF">2026-07-09T14:23:35Z</dcterms:modified>
</cp:coreProperties>
</file>