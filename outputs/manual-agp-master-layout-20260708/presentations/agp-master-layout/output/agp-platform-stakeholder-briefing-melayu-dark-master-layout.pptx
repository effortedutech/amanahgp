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8293cc54c4401a" /><Relationship Type="http://schemas.openxmlformats.org/officeDocument/2006/relationships/extended-properties" Target="/docProps/app.xml" Id="Ra06fd300a4924f05" /><Relationship Type="http://schemas.openxmlformats.org/officeDocument/2006/relationships/officeDocument" Target="/ppt/presentation.xml" Id="R80100ddfc3b9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189fddf37c4177"/>
  </p:sldMasterIdLst>
  <p:notesMasterIdLst>
    <p:notesMasterId xmlns:r="http://schemas.openxmlformats.org/officeDocument/2006/relationships" r:id="R21b59ba6b5c24310"/>
  </p:notesMasterIdLst>
  <p:sldIdLst>
    <p:sldId xmlns:r="http://schemas.openxmlformats.org/officeDocument/2006/relationships" id="256" r:id="Rfcf9948b87ff4530"/>
    <p:sldId xmlns:r="http://schemas.openxmlformats.org/officeDocument/2006/relationships" id="257" r:id="R9057e3a5490049e9"/>
    <p:sldId xmlns:r="http://schemas.openxmlformats.org/officeDocument/2006/relationships" id="258" r:id="Ree62248ccd7a4cf7"/>
    <p:sldId xmlns:r="http://schemas.openxmlformats.org/officeDocument/2006/relationships" id="259" r:id="Rc5793f7c4a304f2d"/>
    <p:sldId xmlns:r="http://schemas.openxmlformats.org/officeDocument/2006/relationships" id="260" r:id="Rd87afc18cdfa4083"/>
    <p:sldId xmlns:r="http://schemas.openxmlformats.org/officeDocument/2006/relationships" id="261" r:id="R7728f2bebd494090"/>
    <p:sldId xmlns:r="http://schemas.openxmlformats.org/officeDocument/2006/relationships" id="262" r:id="R42d45a40d63044b3"/>
    <p:sldId xmlns:r="http://schemas.openxmlformats.org/officeDocument/2006/relationships" id="263" r:id="Rb02a457a3acc4168"/>
    <p:sldId xmlns:r="http://schemas.openxmlformats.org/officeDocument/2006/relationships" id="264" r:id="R6b6556fac8a543ed"/>
    <p:sldId xmlns:r="http://schemas.openxmlformats.org/officeDocument/2006/relationships" id="265" r:id="R895cc4cc55b04858"/>
    <p:sldId xmlns:r="http://schemas.openxmlformats.org/officeDocument/2006/relationships" id="266" r:id="R4434ad5f000f4d96"/>
    <p:sldId xmlns:r="http://schemas.openxmlformats.org/officeDocument/2006/relationships" id="267" r:id="R3ee0f7acaea74768"/>
    <p:sldId xmlns:r="http://schemas.openxmlformats.org/officeDocument/2006/relationships" id="268" r:id="R6a03cdddd0864572"/>
    <p:sldId xmlns:r="http://schemas.openxmlformats.org/officeDocument/2006/relationships" id="269" r:id="Rd62518dde4404b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89fddf37c4177" /><Relationship Type="http://schemas.openxmlformats.org/officeDocument/2006/relationships/theme" Target="/ppt/theme/theme1.xml" Id="R61c361e374be4d91" /><Relationship Type="http://schemas.openxmlformats.org/officeDocument/2006/relationships/notesMaster" Target="/ppt/notesMasters/notesMaster1.xml" Id="R21b59ba6b5c24310" /><Relationship Type="http://schemas.openxmlformats.org/officeDocument/2006/relationships/presProps" Target="/ppt/presProps.xml" Id="Rc6f89bc639734e84" /><Relationship Type="http://schemas.openxmlformats.org/officeDocument/2006/relationships/viewProps" Target="/ppt/viewProps.xml" Id="R27497885fa114ddb" /><Relationship Type="http://schemas.openxmlformats.org/officeDocument/2006/relationships/tableStyles" Target="/ppt/tableStyles.xml" Id="Rce9cb9b56e1b44ed" /><Relationship Type="http://schemas.openxmlformats.org/officeDocument/2006/relationships/slide" Target="/ppt/slides/slide1.xml" Id="Rfcf9948b87ff4530" /><Relationship Type="http://schemas.openxmlformats.org/officeDocument/2006/relationships/slide" Target="/ppt/slides/slide2.xml" Id="R9057e3a5490049e9" /><Relationship Type="http://schemas.openxmlformats.org/officeDocument/2006/relationships/slide" Target="/ppt/slides/slide3.xml" Id="Ree62248ccd7a4cf7" /><Relationship Type="http://schemas.openxmlformats.org/officeDocument/2006/relationships/slide" Target="/ppt/slides/slide4.xml" Id="Rc5793f7c4a304f2d" /><Relationship Type="http://schemas.openxmlformats.org/officeDocument/2006/relationships/slide" Target="/ppt/slides/slide5.xml" Id="Rd87afc18cdfa4083" /><Relationship Type="http://schemas.openxmlformats.org/officeDocument/2006/relationships/slide" Target="/ppt/slides/slide6.xml" Id="R7728f2bebd494090" /><Relationship Type="http://schemas.openxmlformats.org/officeDocument/2006/relationships/slide" Target="/ppt/slides/slide7.xml" Id="R42d45a40d63044b3" /><Relationship Type="http://schemas.openxmlformats.org/officeDocument/2006/relationships/slide" Target="/ppt/slides/slide8.xml" Id="Rb02a457a3acc4168" /><Relationship Type="http://schemas.openxmlformats.org/officeDocument/2006/relationships/slide" Target="/ppt/slides/slide9.xml" Id="R6b6556fac8a543ed" /><Relationship Type="http://schemas.openxmlformats.org/officeDocument/2006/relationships/slide" Target="/ppt/slides/slide10.xml" Id="R895cc4cc55b04858" /><Relationship Type="http://schemas.openxmlformats.org/officeDocument/2006/relationships/slide" Target="/ppt/slides/slide11.xml" Id="R4434ad5f000f4d96" /><Relationship Type="http://schemas.openxmlformats.org/officeDocument/2006/relationships/slide" Target="/ppt/slides/slide12.xml" Id="R3ee0f7acaea74768" /><Relationship Type="http://schemas.openxmlformats.org/officeDocument/2006/relationships/slide" Target="/ppt/slides/slide13.xml" Id="R6a03cdddd0864572" /><Relationship Type="http://schemas.openxmlformats.org/officeDocument/2006/relationships/slide" Target="/ppt/slides/slide14.xml" Id="Rd62518dde440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58edf520e654c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db473564cb4109" /><Relationship Type="http://schemas.openxmlformats.org/officeDocument/2006/relationships/notesMaster" Target="/ppt/notesMasters/notesMaster1.xml" Id="Rcec0223c63114d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4ccd7d7a0949e5" /><Relationship Type="http://schemas.openxmlformats.org/officeDocument/2006/relationships/notesMaster" Target="/ppt/notesMasters/notesMaster1.xml" Id="Re4de5a4a1714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e8a4cc0cb148b4" /><Relationship Type="http://schemas.openxmlformats.org/officeDocument/2006/relationships/notesMaster" Target="/ppt/notesMasters/notesMaster1.xml" Id="R8fcc9f6c98774f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94837495124757" /><Relationship Type="http://schemas.openxmlformats.org/officeDocument/2006/relationships/notesMaster" Target="/ppt/notesMasters/notesMaster1.xml" Id="R2f4f0e94e02a4a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a4fe091ddc430b" /><Relationship Type="http://schemas.openxmlformats.org/officeDocument/2006/relationships/notesMaster" Target="/ppt/notesMasters/notesMaster1.xml" Id="R705b14a5702141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4a28658ee04e06" /><Relationship Type="http://schemas.openxmlformats.org/officeDocument/2006/relationships/notesMaster" Target="/ppt/notesMasters/notesMaster1.xml" Id="Rc87ccc46bf2547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4e6b81ea85465e" /><Relationship Type="http://schemas.openxmlformats.org/officeDocument/2006/relationships/notesMaster" Target="/ppt/notesMasters/notesMaster1.xml" Id="R1ff9ffb11d774f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d43d97ed8b4ad7" /><Relationship Type="http://schemas.openxmlformats.org/officeDocument/2006/relationships/notesMaster" Target="/ppt/notesMasters/notesMaster1.xml" Id="Recc906e050594c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eb6b4d0f944ae8" /><Relationship Type="http://schemas.openxmlformats.org/officeDocument/2006/relationships/notesMaster" Target="/ppt/notesMasters/notesMaster1.xml" Id="R4faae17e6b0742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33727dbe554e01" /><Relationship Type="http://schemas.openxmlformats.org/officeDocument/2006/relationships/notesMaster" Target="/ppt/notesMasters/notesMaster1.xml" Id="R7d139621a08e4e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99dbec91864b1b" /><Relationship Type="http://schemas.openxmlformats.org/officeDocument/2006/relationships/notesMaster" Target="/ppt/notesMasters/notesMaster1.xml" Id="R8f234a0b376644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53f56b54d941e1" /><Relationship Type="http://schemas.openxmlformats.org/officeDocument/2006/relationships/notesMaster" Target="/ppt/notesMasters/notesMaster1.xml" Id="R83470fdcb35c49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db6aa3324643a2" /><Relationship Type="http://schemas.openxmlformats.org/officeDocument/2006/relationships/notesMaster" Target="/ppt/notesMasters/notesMaster1.xml" Id="R373db91c453c4a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75c1079b99440b" /><Relationship Type="http://schemas.openxmlformats.org/officeDocument/2006/relationships/notesMaster" Target="/ppt/notesMasters/notesMaster1.xml" Id="Reca51fad68864e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70e61d12d477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9235b84225d404d" /><Relationship Type="http://schemas.openxmlformats.org/officeDocument/2006/relationships/slideLayout" Target="/ppt/slideLayouts/slideLayout2.xml" Id="R4b3d11c2991d44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01" name="AGP master dark 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2" name="AGP master gold top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3d11c2991d44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b265a66bee4b63" /><Relationship Type="http://schemas.openxmlformats.org/officeDocument/2006/relationships/notesSlide" Target="/ppt/notesSlides/notesSlide1.xml" Id="Ree35bb5eeca54c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3c41d92b274269" /><Relationship Type="http://schemas.openxmlformats.org/officeDocument/2006/relationships/notesSlide" Target="/ppt/notesSlides/notesSlide2.xml" Id="R4a0f0556180141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7dbc202934bc9" /><Relationship Type="http://schemas.openxmlformats.org/officeDocument/2006/relationships/notesSlide" Target="/ppt/notesSlides/notesSlide3.xml" Id="R3ce8377cd5d64d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aff68f95a42df" /><Relationship Type="http://schemas.openxmlformats.org/officeDocument/2006/relationships/notesSlide" Target="/ppt/notesSlides/notesSlide4.xml" Id="Re8c3fdf3e7e843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6bcaa2b75e4b68" /><Relationship Type="http://schemas.openxmlformats.org/officeDocument/2006/relationships/notesSlide" Target="/ppt/notesSlides/notesSlide5.xml" Id="R541733691cd24e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5d2ff9e98a45ec" /><Relationship Type="http://schemas.openxmlformats.org/officeDocument/2006/relationships/notesSlide" Target="/ppt/notesSlides/notesSlide6.xml" Id="R4e766d30f88542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8105a6476a4437" /><Relationship Type="http://schemas.openxmlformats.org/officeDocument/2006/relationships/notesSlide" Target="/ppt/notesSlides/notesSlide7.xml" Id="R8794ea1d5ef84a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aa89206f854c83" /><Relationship Type="http://schemas.openxmlformats.org/officeDocument/2006/relationships/notesSlide" Target="/ppt/notesSlides/notesSlide8.xml" Id="R386581db124d44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105ae064744c6" /><Relationship Type="http://schemas.openxmlformats.org/officeDocument/2006/relationships/notesSlide" Target="/ppt/notesSlides/notesSlide9.xml" Id="R349f9c38948c40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219f95c3fa4c31" /><Relationship Type="http://schemas.openxmlformats.org/officeDocument/2006/relationships/notesSlide" Target="/ppt/notesSlides/notesSlide10.xml" Id="R9e10e85e383540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32cd46a26462f" /><Relationship Type="http://schemas.openxmlformats.org/officeDocument/2006/relationships/notesSlide" Target="/ppt/notesSlides/notesSlide11.xml" Id="Rd303120922874b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39d2cc0f94f6d" /><Relationship Type="http://schemas.openxmlformats.org/officeDocument/2006/relationships/notesSlide" Target="/ppt/notesSlides/notesSlide12.xml" Id="R9416159bc35d49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0366897184b76" /><Relationship Type="http://schemas.openxmlformats.org/officeDocument/2006/relationships/notesSlide" Target="/ppt/notesSlides/notesSlide13.xml" Id="R866c0b69c9ad4d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d334628e7d453d" /><Relationship Type="http://schemas.openxmlformats.org/officeDocument/2006/relationships/notesSlide" Target="/ppt/notesSlides/notesSlide14.xml" Id="Rf8b97685f87341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4454A-F814-4EEE-ACC8-E59A8FD0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7CEF1-F7CF-46E9-A5E2-9F9E130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TAKLIMAT PIHAK BERKEPENTINGAN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4BF8F-E3B5-49D9-8955-1F4489B2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membina semula keyakinan penderma melalui tadbir urus yang boleh disemak.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C9A05-BE7B-4421-9BD7-46D118F6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Governance Platform membantu organisasi amal Islam membuktikan amanah, mengurus bukti tadbir urus, dan memberi isyarat keyakinan yang jelas.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112ED-D564-4EBB-80DE-ED33A913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CBF5B-FA58-4AAC-A76E-2E2BCB11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0933C-462D-49AE-BD33-90E78E5C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 untuk penderma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35D24-FADD-4788-82C8-88D1BC36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C3AE8-3DC3-410B-828E-2382DDD9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BECF6-A21B-43C8-8A52-6B332FC5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tadbir urus organisasi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BE272-8F65-48A1-9B59-2C809C9A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73C90-29D8-46B2-9F72-816942DA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1B745-15A5-49EC-A54F-3694D81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semakan, pensijilan dan penerbitan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4BDDB-857D-491F-AE80-D6BD941F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Dek AGP untuk pihak berkepentingan - versi Bahasa Melayu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F567A-B742-4219-83F5-3B679073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61078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08F93-FCB5-4021-8059-FC75066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3C5DB-F1F5-4596-80D1-5C98DE7A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MISI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CBE7B-F596-4357-B897-A5631AF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wujud kerana kepercayaan ialah asas kepada pemberian.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18B78-B65C-4D66-BFB3-1343549A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Apabila penderma tidak dapat melihat ke mana sumbangan disalurkan, keyakinan menurun. Akhirnya, golongan yang memerlukan turut menerima kesannya.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CAE7C-2A3E-4791-8047-BA717746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29596-613E-4FD4-B99D-65A3483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CFC29-27C8-4C90-8207-574A996B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Berpaksikan Malaysia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98F3B-22E4-4B7A-A888-D78D0F0F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242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Direka untuk konteks ROS, JAKIM, SIRC dan keperluan negeri.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B58FE-9E46-45C7-B50A-7D0925B1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A0348-0A07-40B4-947F-573670E5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B176F-5CF2-4B39-A079-EF61EC02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03E51-DDE2-483F-967D-88A9ED3B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38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bergerak terus daripada penderma kepada akaun organisasi.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4E448-4781-4AA8-B3CC-C73168F0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578ED-7EB0-4873-A507-9A61BA35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625AF-E0BB-48A8-A267-818E27E6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Skor berasaskan bukti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D8C8B-0F80-4179-93F4-DF98990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434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Index dikira daripada dokumen dan rekod yang disahkan.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595EB-C8FE-45F1-915F-D0E84D08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D1F12-8F8D-40E0-8CE8-747FBD1A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1373E-DFA1-4EBC-A69B-C57D8012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Terbuka untuk pelbagai organisasi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00595-FE5E-4B13-8A22-7A42A974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NGO, masjid, institusi waqf dan yayasan boleh dinilai setara.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D3BF7-AAEF-4458-9288-8A405D0A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apps/user/app/about/page.tsx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11F89-3573-4734-B053-919F3136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07753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A5162-FB31-4BC8-AF05-12AF3018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71DE5-15A9-4E1A-BC74-2D378801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PRINSIP TERAS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3CD9D-7235-48FD-886E-5A00972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Tiga tonggak Amanah menjadi asas reka bentuk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FFC00-0DCF-4611-96E8-83F1EA86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31A50-E1EC-442B-BD50-181F165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1DF27-47BA-4AD4-B91B-75EC59C0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Kepercayaan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1C606-1BE2-4490-89B2-BC36BEA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 dana penderma dijadikan kelihatan, boleh disemak dan boleh dibuktikan.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9C58C-A717-47D8-A1BC-949A174D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8E349-0026-4956-939F-2A804B87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88845-46E8-4220-9E29-0FE4D5E5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Ketelusan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817AF-D7B8-4B3E-81EE-543B5865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pematuhan Syariah dan bukti sejajar AAOIFI mudah dicapai.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9FD0F-62FD-459E-AC22-5E339A71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21602-70EE-4E41-9E40-24FDF90E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AC6FB-CBC8-4399-A2E4-F4165B2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Kebertanggungjawaban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C671A-97BB-470A-B9F8-25E75E5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Tindakan penting direkod, diberi timestamp dan dipelihara.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1151A-AC2B-4C30-8AF5-8A30DFFE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/about - Our principles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C6DF2-7C3A-4ABF-970D-55047238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01192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03833-3EA9-44B9-9522-967716B6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2DB88-DEE3-4E0D-94C7-9CE5DBE1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ASAS SYARIAH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65642-D5E5-4B9B-989A-83B51967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Platform ini menterjemah tanggungjawab amanah kepada kawalan tadbir urus.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0F8F3-7F15-45D5-B93C-0DDEF1FC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6C9C8-1226-46EE-ABA9-B0C41491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786ED-7FF5-4128-82F7-7F7E2D6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69DB2-5E27-401B-BEC3-F3A3884C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Struktur tadbir urus perlu jelas sebelum pensijilan.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22064-12B3-4C76-A3D8-04DF47B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CD8A6-D9DB-440B-8E1B-C97ED8B4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1A459-E0C7-4F03-AEF7-C62AFAA0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C74E3-CCC3-4FB7-857F-E8DED4BC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4E78A-14AE-495D-9463-4088F2D9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49BFB-FDB6-485D-A36A-1DB713B6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amal mesti dipisahkan, direkod dan dilindungi.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08516-A678-417E-A9E5-85B245B6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55475-D553-4150-BF77-462EC4D4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798AA-92B9-461A-843D-A9439216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0C086-7D4B-4B56-B341-D359292E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F61A3-80F3-4EB3-899C-E2C5E46C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C87E5-DD02-4CC0-BEAB-105E9AE1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Bantuan dilapor dengan menjaga maruah penerima.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F6E67-573E-4BEC-AD6E-BDAD55DC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276DE-8D21-40BB-B57F-AAD8EEAB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3 &amp;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8A824-4758-45CC-99FE-0AFB5B66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D0B20D-75BA-4902-A3D4-A1BB6810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E8298-38AD-49C3-A555-39042625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amanah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BCA2E-0F7E-463B-B167-27C3F321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peranan meninggalkan jejak tindakan.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1846A-0863-4E1F-885E-AB8B860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4B785F-923E-4D40-B5D6-6F3301D3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95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B00ED-7582-4FF5-A49C-6E174557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DB3F5-5BCD-4D60-B69C-F636BB1E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A4EF27-34FC-4651-91C9-38CB8B6A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BEB678-446C-410D-857C-E4907F81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Pemantauan Syariah menjadi sebahagian skor.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12F0D7-675F-428A-AD4F-D2BB51A4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2F31F4-4CED-43E2-ABFD-F934F46C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FC4416-A88E-471E-AAB9-F35D9EE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/about - Built on Quran and Sunnah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1428B8-3059-4312-BABB-E8DB94A5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86388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E9752-F2E6-46C6-A741-084198B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795D7-2BD3-4020-A708-60AC6BCB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PERJALANAN PENDERMA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0C4AC-2794-47F9-A1E0-7CD9C7B1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Pengalaman memberi dibuat ringkas; lapisan pengesahan kekal ketat.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B2A26-4CC1-4A96-8979-E4530C09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FEB23-3007-4437-A5E0-3A62D952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Teroka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4266D-1BCF-4FC0-B4D0-A0B38D08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negeri, jenis, dana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CD5C0-6010-4BA3-9C3F-1B22967A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24C99-1326-43A1-A3EC-FEFB2D33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BBFC0-036D-4EF5-AD02-36EA98D4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Nilai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D9EC9-7025-4565-B3AB-9B2C9AE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dan skor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C78F9-A858-417B-A4CC-693131CA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B77C1-AF82-41D1-ACFD-A869A4AD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87D30-B660-40A8-B8A2-6F4934E1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Sumbang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96F83-85BF-41DF-BA48-5B8C1291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terus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0A466-B295-4CAF-BD3C-452E6D64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4F7B8-40CC-4314-B733-6A3AAFBD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AC8F1-9675-4090-AB5B-5FED23C7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Ikuti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496FC-016D-412F-91D7-E7F80A49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dan impak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83592-54AA-4CB1-B490-350EB9B2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Your giving journey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EB31B-DE01-44B9-820E-17A9BE55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44017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644AA-2B09-4DFF-AE33-AACEBEF3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2F8A6-BF1C-4AE7-B474-3981A092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PENSIJILAN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EC102-27E7-43C2-B6A7-FDF90A95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CTCF menilai organisasi melalui lima lapisan; Lapisan 1 ialah syarat kelayakan.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B8DF6-BBD8-4221-86C0-A2CADAAB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297AB-8150-47F4-BD15-DCC8167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288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D51DE-3552-478E-AFBC-463340BE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A87BA-0C77-412D-BD25-545A9930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288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wajib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3657E-2888-4907-8CF5-64CA12C0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D5626-441E-44EA-8D87-559CB413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95A72-4FA7-4BB1-86D0-589152EA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62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0BD76-FD2A-47AA-BAB8-63EED74D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622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75885-4558-4F01-951F-5A2088F4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622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D444D-59E3-4787-8FFA-3281B666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7898E-3BB3-4FD2-9A93-9A9C66EA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F49E5-1CD9-4BA7-9AB0-304E5B71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C839F-35FC-4984-A12D-C3AD8760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956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A8990-24C6-4BEA-A4D5-237618B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956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E824F-0E60-47C0-8AF8-2009AE63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1924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810A4-3D1D-4725-9964-590BF940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FD3E6-B5B4-424D-9657-7AD8A280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290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08AF7-5CBC-4E31-918A-847A3C7D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290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EEA4A-D17D-46EA-A4FF-ADC43A9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290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A5A41-82DA-41E5-B353-1A7D5642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1695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3FB81-2A46-4965-9C6B-D097C738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921A3-3E17-4027-9C46-0604A265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624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C57F9-9F82-44E6-A844-B41E625C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624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FD9E78-70F0-4AE4-B9B3-02851EC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62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BCF0EB-C811-4AF4-A710-5507813F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AE312-BD27-4C3D-9152-E1099044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B81503-0117-4E25-9097-A61B0022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Tahap Amanah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FA2DE-0129-4815-ACC4-4CCAC48B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F24F45-005C-4C8E-9937-55A31F72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CTCF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995B75-31D8-4260-899F-718E565D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3765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2E2E7-CA2E-4C59-A28A-E39BB0B5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73137-A2A7-45B6-9BEA-AB6A3732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 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32054-0B83-4BF2-9504-A5B40C1E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 Index ialah skor hidup yang dikira daripada bukti disahkan.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55DA4-8C0F-4993-8930-F0640A55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57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C8FEC-1ED0-4815-AEFC-3603E785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2A3C5-14F3-486C-892B-1CFA4F9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2286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1ED8D-F4CD-4762-AB28-878911D2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E7A95-FD59-457C-81B7-A81B2795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FEB15-FFC9-464A-85BE-52F7074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E0FE7-1E18-40DE-9599-9A0BA506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1905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16971-C90B-48CC-9670-FA962C06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96C6E-D2E5-4060-9823-907D8A6A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2E78C-85D6-4483-A2BD-F5983D72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E8B15-C7FA-43E2-8015-5E5DF20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1524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6237B-D398-4DFB-9DC4-68AF7C11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534BA-7117-4D64-8B4E-33AF0666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862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A9FC8-8D80-45FC-88A9-7DF01AE9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529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97F9C-B19A-41C6-AA91-2F125157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5290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A106D-CBC2-44A1-83AE-986098C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4A11F-07CB-4383-9BD0-B7FCCC8A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518D1-7A59-4FCD-9B41-53CCBA6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291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7CB69-D4B8-4BDB-AAF4-7C9138C9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2915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C7B8F-70C9-48DF-8BBD-D679FC4E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7549F-6348-42F5-8425-BD12A28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2571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2CEBA-5CBB-413C-AB4B-2B096AED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Dikira daripada rekod sah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47F464-122A-4B00-AA95-E0F1A5F1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versi menyimpan timestamp, sebab perubahan dan pecahan skor.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5F6A29-AC5D-4A0C-81A8-16D35FCA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Amanah Index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B8D60B-ACA7-435F-A9B2-B51B114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7110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0031F-10C8-4865-872D-1D12918F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22083-CCA9-4B27-BF22-44822517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ALIRAN SUMBANGAN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4AB4A-FD97-4F0C-84A3-299C7B52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ialah lapisan ketelusan, bukan perantara yang memegang dana.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D2112-104E-442E-8DEF-8B528788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FDAB0-A629-4B80-A84E-E4D7F0C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96547-215F-4D6D-9D5B-8030D132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pilih organisasi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D7223-7480-460C-AED3-A81E2DDD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A6DC8-D2B4-4D5F-913E-37EDE760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729F1-A5BF-471E-9818-7AF7F073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6E43D-886E-401B-B500-13A01B5C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proses bayaran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2B09A-D429-43A4-8E3C-706A74E8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5C951-2101-428A-8A37-323E269B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76770-DC33-4B13-BEDF-5DCBD65D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Akaun organisasi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A68EB-0994-4401-A421-8B15A8EA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terima dana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AF43E-9FDA-443B-910E-CD1B47FF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1DDB5-3ED2-41A6-862A-EA0BFEF9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10EC8-5CED-4824-8709-9305E4F1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Rekod AGP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71E09-4C2F-419F-9F44-78F71CEF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dijana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25260-698B-4858-9385-C8AFD642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408D8-9654-425B-B9ED-DFFD389E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8BAD4-1981-477E-A9A0-197CF8DF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Laporan awam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30CE3-7F29-498B-AD3E-6C189EEE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guna dana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8931C-B22A-40A3-B2D5-16CE6C7A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How donations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79554-65B8-49FA-BBFD-7D2AC65E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86915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8E0E1-FA1E-439A-9861-52A66D6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48F84-A0B4-48AC-A734-DDCD1080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SISTEM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0D12A-90D8-42D3-A688-58B6AE11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Tiga permukaan produk berkongsi satu enjin bukti dan kepercayaan.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D4C15-D03B-448F-8C21-B06770C0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A1CD1-FB4F-4785-943C-DDC7315D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EB26B-7E81-487D-9783-67FB84F6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05B35-C5E9-4AC7-B07A-14C26661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6DDF6-C61F-406C-950D-172980CB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153C9-DCA0-4957-A07C-3284848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organisasi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62F2B-22CD-4991-A0B1-1814083D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F0CB8-4D13-4E58-85C0-3725B470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46C25-2560-4B8B-BC8E-F706CC2E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lapisan pihak penyemak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70785-9ADF-4DEB-8E3B-175909EC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941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0269F-356C-4597-964F-08DB495E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lapisan bukti Supabase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87294-C941-462E-9DE4-FF9DBE62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Amanah/CTCF scoring, Postgres dengan RLS, private storage, signed URLs, audit log append-only, trust event dan sejarah skor.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FACBB-A9E3-408D-AD04-278DE6F2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docs/ARCHITECTURE_MAP.md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034DC-4C74-43B3-B3C7-63ED00CC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62055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F6BDC-23E0-4BDC-BD14-430B3860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488A2-B83C-440E-83A9-72535ABB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KEBERTANGGUNGJAWABAN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07829-9061-4BD7-AA10-8ED29EEE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Mas'uliyyah dibina ke dalam seni bina, bukan diletakkan sebagai slogan.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3C0E8-5921-41AD-8B38-8BEE4020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C79DC-504F-4554-A778-039993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14F4E-B254-4D0B-B67E-5B99F8C9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tindakan penting direkod dan diberi timestamp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4BFDE-6B65-4506-B3EB-7B435550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28087-5CEF-45E5-B4F2-DD8AF558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Sejarah append-only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CEE67-00AF-4CC0-A0DF-22202738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keputusan dan snapshot skor tidak diubah senyap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3CEA0-4DC0-4E9E-8B03-0EDD4AA5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9A6A7-986D-4235-8757-86B65CEC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Sempadan RLS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77E4A-5B93-474E-ABEC-6F157FD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organization_id menjadi batas keselamatan tenant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AFD63-8828-48FE-8BAD-DF7F09E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6B87C-171F-4AF1-9F0F-83E4693F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Disiplin service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A8AC9-4612-4118-BCA7-852C70E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logik berkuasa tinggi berjalan server-side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A300C-7460-4906-825A-528A419F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/about principles, ADR-001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A5F75-FBAC-4B26-AEEC-D5FD1EDB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08300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E7293-AABF-46D4-A585-B1DA324E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E3B21-9067-4285-8D04-0050CB5A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NILAI UNTUK PIHAK BERKEPENTINGAN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20044-7EC8-44C3-B270-04FADC6D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Setiap pihak membaca rekod kepercayaan yang sama melalui paparan yang sesuai.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91691-E945-46E1-BB69-A258B4E8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F17A3-6F06-4EF0-9E2A-82CCEE57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78B0A-85CF-4387-AD11-BE04A344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0AE1F-FE50-4A95-97C1-69D59B97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membuat sumbangan dengan lebih yakin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CFED3-EA53-425E-ABEA-6F2826BC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9AEC7-5F7E-4A29-BFCA-30A17D95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F1247-DB65-4158-82DD-88FF5151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58BD2-E463-4BC1-8403-A662E688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2D844-A8B3-421B-992E-169FAED9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Organisasi amal / masjid / NGO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A3DE-7676-40EA-93DB-11BBE559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memperbaiki disiplin tadbir urus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332EC-2305-48D8-A0FE-63E2E717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BD87D-6FB9-46F8-8361-6F0ED968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54763-FE64-4616-B3A6-A60D82EA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7A0B2-EE47-4463-A05A-D684A69A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24CFE-C255-4F30-99CD-2D519C7E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Majlis zakat / waqf / pihak berkuasa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EFBDF4-F8B1-4264-B6A2-A965A47D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memantau dan menyemak secara tersusun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B000F-E186-4504-BEF5-CF266BB4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3FDB6-7B4C-4B0D-8619-6E5E72E1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461DA-9654-4FEA-AA1D-4590524F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18A78-B6E3-403C-AE4C-07B61BC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1C9DC-1C52-4745-83B4-460A2C74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Penyemak / sarjana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21F62D-5B8A-4421-8194-30579DF3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melihat bukti dan jejak keputusan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E83CA-25E5-45A4-AFA3-DA5483C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FFF8D-92C0-446E-959E-2651E23A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95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AD9855-9033-4905-8986-5BB16726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BE2809-71A7-43D8-BE53-14AAAF52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AB3E0D-CF9E-4E00-A992-74CE3F75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Penaja / CSR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1084BA-2ADD-4C19-8C41-27DAEEA4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menilai hasil rintis dan isyarat kepercayaan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D3F2B6-B8F8-46AD-9ECE-8E0BF044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26B376-CBC9-48A6-8F57-17538091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Laporan + profil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3A291C-A310-465C-856A-CA6A4B2C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architecture map dan pitch notes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0635E-99B2-412F-88FF-CA1C23B7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45589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BB712-8FA7-41FA-AF4C-4EE619E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C408A-A2D1-4493-90C8-7678AF2E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PROGRAM RINTIS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84FDE-1643-4BF3-BD76-7BB31FAE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Program rintis perlu membuktikan amalan tadbir urus, bukan sekadar angka penggunaan.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F5A1E-C36E-489A-9D65-32E2EE20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7546A-FE38-44FD-9DDA-45A54A9F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B6FB9-6A69-4FBA-842F-5A33A907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 amal, masjid, NGO atau badan waqf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65DDD-915F-418C-8945-2BA35F6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42A74-A6E3-4F2D-B4FC-C1D87F30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Aktiviti tadbir urus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903AC-F03E-4350-9AF5-23A67C68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polisi, bukti dimuat naik dan kelulusan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AA98A-7528-4A88-B920-5980219B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82B58-6E36-4AD9-83EF-AF63DC59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Kualiti isyarat kepercayaan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D4DCC-053B-4788-B26C-4F04B15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 event, profil awam dan sejarah skor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EC086-702C-4EF3-8919-FFE359B7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987B8-D377-4FD4-B533-3AB283F4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Keyakinan pihak berkepentingan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FE402-0C9D-439F-AEA7-48451A5E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kebolehbacaan penderma dan kecekapan penyemak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FB506-8E53-4E38-8ED0-0D47AB40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pitch notes dan Phase 2 architecture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C9E65-1F85-426C-AE39-EF2CB799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74548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D2A61-E3DD-4FAE-830D-D507538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35D1C-987E-46C8-A6F5-74DE46A0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KEPUTUSAN DIPERLUKAN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693B1-6FE8-4F3E-9DF5-1A35ABF9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Yang diperlukan sekarang: penaja, kohort rintis, majlis tadbir dan piawaian bukti.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A6DD5-173C-4436-BF27-F561072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59E71-C5DE-4756-B518-4E94974B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DBDD-8515-4BCF-8CF4-42F6C38A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1B51A-1866-4A4C-9512-9005472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kenal pasti organisasi wakil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20E6E-B7F5-4DC1-A5D7-108E6C20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66B0B-7D01-40AC-95C4-99C99196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AE2A1-65D7-41F9-B53B-ACFBAEC6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Majlis tadbir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34EF2-B01C-4FD1-B000-EC1539F9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penyemak, sarjana, pemilik polisi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A4F85-D7C2-4ED4-A01B-37C9CA6E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26ED0-39B0-4968-BC89-5960A020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B2E7A-FC4E-4ABC-9CF9-463735C6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Sokongan pelaksanaan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2E957-2604-413B-91CC-5FB3D66B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latihan, pengukuhan sistem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14634-24B6-4443-ABC6-DAC1BD4E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1CFCA-0FFC-4827-B438-046298DB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9A8A3-B5DA-4E6C-B8AE-08C4A169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Piawaian kepercayaan awam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A3F7B-F60B-43E1-863E-6505A58F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bukti, kaedah skor dan penerbitan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A9F35-DAA1-4C1E-8FAF-727DA6C5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Disediakan untuk perbincangan pihak berkepentingan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A98E4-FE00-4779-B977-705B31C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02050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621FC-7488-475C-A6DB-DE0DF00D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F5B3B-D274-4E18-8136-AA88ADDE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PENUTUP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D356E-AA01-4545-B2CF-44D3F7E2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boleh menjadi infrastruktur kepercayaan bersama untuk ekosistem pemberian Islam.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882BE-CC91-49C1-950F-BE61E8CB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Matlamatnya mudah: membantu organisasi memperkukuh tadbir urus, membantu pihak penyemak menilai bukti secara tersusun, dan membantu penderma memberi dengan lebih yakin.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216C6-6561-4A52-A529-12CB72DB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AB76A-DB8F-44ED-901C-DC27E6BE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05336-F3C3-4167-8FB5-A30F39C1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kelihatan, boleh disahkan, boleh dipertanggungjawabkan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6A07D-BBD4-4D45-B4D1-B75BD379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AGP Melayu stakeholder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9062B-4990-4B83-9920-1E680BE3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38894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2026-07-08T03:24:30.2090000Z</dcterms:created>
  <dcterms:modified xsi:type="dcterms:W3CDTF">2026-07-08T03:24:30.2090000Z</dcterms:modified>
</coreProperties>
</file>