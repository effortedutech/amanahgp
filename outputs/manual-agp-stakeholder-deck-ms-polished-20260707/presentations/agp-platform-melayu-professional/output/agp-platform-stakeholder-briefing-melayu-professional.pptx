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ea5d45c67e44c2" /><Relationship Type="http://schemas.openxmlformats.org/officeDocument/2006/relationships/extended-properties" Target="/docProps/app.xml" Id="R96c0f769b96540ea" /><Relationship Type="http://schemas.openxmlformats.org/officeDocument/2006/relationships/officeDocument" Target="/ppt/presentation.xml" Id="R076b2701c98048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deded238f4a53"/>
  </p:sldMasterIdLst>
  <p:notesMasterIdLst>
    <p:notesMasterId xmlns:r="http://schemas.openxmlformats.org/officeDocument/2006/relationships" r:id="R64de91d0b69a43a1"/>
  </p:notesMasterIdLst>
  <p:sldIdLst>
    <p:sldId xmlns:r="http://schemas.openxmlformats.org/officeDocument/2006/relationships" id="256" r:id="R478cd6a074214d4e"/>
    <p:sldId xmlns:r="http://schemas.openxmlformats.org/officeDocument/2006/relationships" id="257" r:id="R98ca6f200517409d"/>
    <p:sldId xmlns:r="http://schemas.openxmlformats.org/officeDocument/2006/relationships" id="258" r:id="Rc531951712df4efa"/>
    <p:sldId xmlns:r="http://schemas.openxmlformats.org/officeDocument/2006/relationships" id="259" r:id="Rb05100519c0249cf"/>
    <p:sldId xmlns:r="http://schemas.openxmlformats.org/officeDocument/2006/relationships" id="260" r:id="R06831b676793498e"/>
    <p:sldId xmlns:r="http://schemas.openxmlformats.org/officeDocument/2006/relationships" id="261" r:id="Re69abe0b1c0b4f30"/>
    <p:sldId xmlns:r="http://schemas.openxmlformats.org/officeDocument/2006/relationships" id="262" r:id="R6dcdf0a951f14708"/>
    <p:sldId xmlns:r="http://schemas.openxmlformats.org/officeDocument/2006/relationships" id="263" r:id="R2d3e7281e257497e"/>
    <p:sldId xmlns:r="http://schemas.openxmlformats.org/officeDocument/2006/relationships" id="264" r:id="R4f8dffec771b4c6a"/>
    <p:sldId xmlns:r="http://schemas.openxmlformats.org/officeDocument/2006/relationships" id="265" r:id="R1b2f2be05c414461"/>
    <p:sldId xmlns:r="http://schemas.openxmlformats.org/officeDocument/2006/relationships" id="266" r:id="R822fdb167e3a4424"/>
    <p:sldId xmlns:r="http://schemas.openxmlformats.org/officeDocument/2006/relationships" id="267" r:id="R273473c742054bde"/>
    <p:sldId xmlns:r="http://schemas.openxmlformats.org/officeDocument/2006/relationships" id="268" r:id="Rb4d75272d0c54b7d"/>
    <p:sldId xmlns:r="http://schemas.openxmlformats.org/officeDocument/2006/relationships" id="269" r:id="R7f2017a31e474f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deded238f4a53" /><Relationship Type="http://schemas.openxmlformats.org/officeDocument/2006/relationships/theme" Target="/ppt/theme/theme1.xml" Id="Rc09f8d8d64914c59" /><Relationship Type="http://schemas.openxmlformats.org/officeDocument/2006/relationships/notesMaster" Target="/ppt/notesMasters/notesMaster1.xml" Id="R64de91d0b69a43a1" /><Relationship Type="http://schemas.openxmlformats.org/officeDocument/2006/relationships/presProps" Target="/ppt/presProps.xml" Id="Rd6038e5248704f9d" /><Relationship Type="http://schemas.openxmlformats.org/officeDocument/2006/relationships/viewProps" Target="/ppt/viewProps.xml" Id="R07c46adc3e814466" /><Relationship Type="http://schemas.openxmlformats.org/officeDocument/2006/relationships/tableStyles" Target="/ppt/tableStyles.xml" Id="Rdd854c2f2057450a" /><Relationship Type="http://schemas.openxmlformats.org/officeDocument/2006/relationships/slide" Target="/ppt/slides/slide1.xml" Id="R478cd6a074214d4e" /><Relationship Type="http://schemas.openxmlformats.org/officeDocument/2006/relationships/slide" Target="/ppt/slides/slide2.xml" Id="R98ca6f200517409d" /><Relationship Type="http://schemas.openxmlformats.org/officeDocument/2006/relationships/slide" Target="/ppt/slides/slide3.xml" Id="Rc531951712df4efa" /><Relationship Type="http://schemas.openxmlformats.org/officeDocument/2006/relationships/slide" Target="/ppt/slides/slide4.xml" Id="Rb05100519c0249cf" /><Relationship Type="http://schemas.openxmlformats.org/officeDocument/2006/relationships/slide" Target="/ppt/slides/slide5.xml" Id="R06831b676793498e" /><Relationship Type="http://schemas.openxmlformats.org/officeDocument/2006/relationships/slide" Target="/ppt/slides/slide6.xml" Id="Re69abe0b1c0b4f30" /><Relationship Type="http://schemas.openxmlformats.org/officeDocument/2006/relationships/slide" Target="/ppt/slides/slide7.xml" Id="R6dcdf0a951f14708" /><Relationship Type="http://schemas.openxmlformats.org/officeDocument/2006/relationships/slide" Target="/ppt/slides/slide8.xml" Id="R2d3e7281e257497e" /><Relationship Type="http://schemas.openxmlformats.org/officeDocument/2006/relationships/slide" Target="/ppt/slides/slide9.xml" Id="R4f8dffec771b4c6a" /><Relationship Type="http://schemas.openxmlformats.org/officeDocument/2006/relationships/slide" Target="/ppt/slides/slide10.xml" Id="R1b2f2be05c414461" /><Relationship Type="http://schemas.openxmlformats.org/officeDocument/2006/relationships/slide" Target="/ppt/slides/slide11.xml" Id="R822fdb167e3a4424" /><Relationship Type="http://schemas.openxmlformats.org/officeDocument/2006/relationships/slide" Target="/ppt/slides/slide12.xml" Id="R273473c742054bde" /><Relationship Type="http://schemas.openxmlformats.org/officeDocument/2006/relationships/slide" Target="/ppt/slides/slide13.xml" Id="Rb4d75272d0c54b7d" /><Relationship Type="http://schemas.openxmlformats.org/officeDocument/2006/relationships/slide" Target="/ppt/slides/slide14.xml" Id="R7f2017a31e47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7015cdb47d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9f5c94a3b4b8e" /><Relationship Type="http://schemas.openxmlformats.org/officeDocument/2006/relationships/notesMaster" Target="/ppt/notesMasters/notesMaster1.xml" Id="R3e8ef8b5de36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09555af254b31" /><Relationship Type="http://schemas.openxmlformats.org/officeDocument/2006/relationships/notesMaster" Target="/ppt/notesMasters/notesMaster1.xml" Id="R7b31bb79d0e5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ef6c79be8d4a0d" /><Relationship Type="http://schemas.openxmlformats.org/officeDocument/2006/relationships/notesMaster" Target="/ppt/notesMasters/notesMaster1.xml" Id="R9612bba6395c42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d0198e11a4322" /><Relationship Type="http://schemas.openxmlformats.org/officeDocument/2006/relationships/notesMaster" Target="/ppt/notesMasters/notesMaster1.xml" Id="R5da0937030cf45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1f30138794034" /><Relationship Type="http://schemas.openxmlformats.org/officeDocument/2006/relationships/notesMaster" Target="/ppt/notesMasters/notesMaster1.xml" Id="R39e3bd356c3b4f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0433daecdd487c" /><Relationship Type="http://schemas.openxmlformats.org/officeDocument/2006/relationships/notesMaster" Target="/ppt/notesMasters/notesMaster1.xml" Id="R14f88dae43e84f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8b873a79f04c66" /><Relationship Type="http://schemas.openxmlformats.org/officeDocument/2006/relationships/notesMaster" Target="/ppt/notesMasters/notesMaster1.xml" Id="R29eacf77234541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189c9a078d4dfa" /><Relationship Type="http://schemas.openxmlformats.org/officeDocument/2006/relationships/notesMaster" Target="/ppt/notesMasters/notesMaster1.xml" Id="R53e7d48b8ef344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176f305ef54871" /><Relationship Type="http://schemas.openxmlformats.org/officeDocument/2006/relationships/notesMaster" Target="/ppt/notesMasters/notesMaster1.xml" Id="Reb9a2c8ab9b9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8de335015d48a3" /><Relationship Type="http://schemas.openxmlformats.org/officeDocument/2006/relationships/notesMaster" Target="/ppt/notesMasters/notesMaster1.xml" Id="R1c4493647a3342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f1195405214f4c" /><Relationship Type="http://schemas.openxmlformats.org/officeDocument/2006/relationships/notesMaster" Target="/ppt/notesMasters/notesMaster1.xml" Id="R5345a0ecd3de4e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2962d5470f488e" /><Relationship Type="http://schemas.openxmlformats.org/officeDocument/2006/relationships/notesMaster" Target="/ppt/notesMasters/notesMaster1.xml" Id="Ra66410863f01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1ea34ae0dd412b" /><Relationship Type="http://schemas.openxmlformats.org/officeDocument/2006/relationships/notesMaster" Target="/ppt/notesMasters/notesMaster1.xml" Id="Rdc548294c4054d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b35c5ad0454b8c" /><Relationship Type="http://schemas.openxmlformats.org/officeDocument/2006/relationships/notesMaster" Target="/ppt/notesMasters/notesMaster1.xml" Id="R4eb92d4a04e5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fc43fdba34c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bc94e45b0154e7d" /><Relationship Type="http://schemas.openxmlformats.org/officeDocument/2006/relationships/slideLayout" Target="/ppt/slideLayouts/slideLayout2.xml" Id="Re875a50f9fac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5a50f9fac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6cb7af24e4117" /><Relationship Type="http://schemas.openxmlformats.org/officeDocument/2006/relationships/notesSlide" Target="/ppt/notesSlides/notesSlide1.xml" Id="R785684c6653341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72f72c28449a0" /><Relationship Type="http://schemas.openxmlformats.org/officeDocument/2006/relationships/notesSlide" Target="/ppt/notesSlides/notesSlide2.xml" Id="Rb9c3d119d62649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ead93ac074cba" /><Relationship Type="http://schemas.openxmlformats.org/officeDocument/2006/relationships/notesSlide" Target="/ppt/notesSlides/notesSlide3.xml" Id="Rbfa6368307e34e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22a650be7d4d99" /><Relationship Type="http://schemas.openxmlformats.org/officeDocument/2006/relationships/notesSlide" Target="/ppt/notesSlides/notesSlide4.xml" Id="R2d2d8a93b25849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99bea05744231" /><Relationship Type="http://schemas.openxmlformats.org/officeDocument/2006/relationships/notesSlide" Target="/ppt/notesSlides/notesSlide5.xml" Id="R8a33f558704948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216ad623ab4934" /><Relationship Type="http://schemas.openxmlformats.org/officeDocument/2006/relationships/notesSlide" Target="/ppt/notesSlides/notesSlide6.xml" Id="R0730a2c2eb9a41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93cf610688450d" /><Relationship Type="http://schemas.openxmlformats.org/officeDocument/2006/relationships/notesSlide" Target="/ppt/notesSlides/notesSlide7.xml" Id="R8082d923657c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ec2d664274ba1" /><Relationship Type="http://schemas.openxmlformats.org/officeDocument/2006/relationships/notesSlide" Target="/ppt/notesSlides/notesSlide8.xml" Id="R79f2695e35e445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8a4bffebc45ff" /><Relationship Type="http://schemas.openxmlformats.org/officeDocument/2006/relationships/notesSlide" Target="/ppt/notesSlides/notesSlide9.xml" Id="Rb01cd053a0614c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91f3c7af8447e3" /><Relationship Type="http://schemas.openxmlformats.org/officeDocument/2006/relationships/notesSlide" Target="/ppt/notesSlides/notesSlide10.xml" Id="Rdfc5d892756c40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889dcb867448a" /><Relationship Type="http://schemas.openxmlformats.org/officeDocument/2006/relationships/notesSlide" Target="/ppt/notesSlides/notesSlide11.xml" Id="Rf9c5c83b6a4e41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1d5d5790545fb" /><Relationship Type="http://schemas.openxmlformats.org/officeDocument/2006/relationships/notesSlide" Target="/ppt/notesSlides/notesSlide12.xml" Id="Rc0d077124fcf4d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bdb3013a2410e" /><Relationship Type="http://schemas.openxmlformats.org/officeDocument/2006/relationships/notesSlide" Target="/ppt/notesSlides/notesSlide13.xml" Id="Re45a0b9f4b754d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58e9af1374390" /><Relationship Type="http://schemas.openxmlformats.org/officeDocument/2006/relationships/notesSlide" Target="/ppt/notesSlides/notesSlide14.xml" Id="Re3547693823746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E678B-11D8-48C7-87C3-5FC6D1F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69C7D019-114B-4149-B4FE-EF2E2EF9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6E7B75CE-0DC1-4783-8402-CF2B5BF7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TAKLIMAT PIHAK BERKEPENTINGAN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39E84-C8F5-4FB3-B674-F8180F0F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membina semula keyakinan penderma melalui tadbir urus yang boleh disemak.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38BF3-1BFC-48FF-B8DF-A1A3F08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membantu organisasi amal Islam membuktikan amanah, mengurus bukti tadbir urus, dan memberi isyarat keyakinan yang jelas kepada penderma serta pihak penyelia.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45571-4163-4BE3-ACE9-5B4F7D16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4F349-DAFC-42FE-BCCA-1186072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22609-3291-48C8-83BB-E6A3C94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907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3A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A3A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99110-63D0-475F-BA53-DDFD6A9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51A81-3BD8-45B1-9FB8-BB2DFF7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DB136-8179-4809-9F0E-70FD5EF4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A3A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A3A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00B0E-ADFE-4CD9-B802-85926863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A75C8-1760-4549-A91F-90E064F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D7AE7-3775-4501-B2C0-833B490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005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semakan, pensijilan dan penerbitan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1F3B2-EED5-43A2-B64A-95FF63F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Dek AGP untuk pihak berkepentingan - versi Bahasa Melayu profesional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70E76-6D4F-4CE6-AA78-948EE29A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55751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AE34A-3E56-4A24-BDCC-2ADABD8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933A0F4-9C53-4725-BEF5-32A89D0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57789C2-1DBA-4E44-A0CF-D3752F74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MISI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248BE-811E-439B-8A76-FA27E94C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42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AmanahHub wujud kerana kepercayaan ialah asas kepada pemberian.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D88C-B787-4C1E-8D14-7810D7E5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762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Apabila penderma tidak dapat melihat ke mana sumbangan disalurkan, atau tidak pasti sama ada tadbir urus organisasi kukuh, keyakinan menurun. Akhirnya, golongan yang memerlukan turut menerima kesannya.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9D82D-FE40-4EC1-96DB-418C9EE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839F9-8DF6-4E00-8720-523CCED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8C38-094A-46F5-8994-CBDE26A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18272-E7F3-45BB-8777-A10C9EE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EF634-D94D-4DB7-959B-2916962F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6394B-0821-4834-94EC-14AB5C67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Dana tidak dipegang oleh AGP; bayaran bergerak terus daripada penderma kepada akaun organisasi.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7D92-2DF4-4448-8D3E-7EBB98FD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D8604-714E-4A4F-9973-FED5187A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55989-5DCA-4CD0-A06D-C499527D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Amanah Index dikira daripada dokumen, rekod kewangan dan bukti lapangan yang disahkan.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71413-06EC-436C-BE73-7F1DC8A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88658-A106-4123-BE5B-A0D46879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625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B363E-5210-4EF2-848B-186C410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8157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NGO, masjid, institusi waqf dan yayasan boleh dinilai secara setara.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E995F-2C8C-4969-95A2-04E0937F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66378-94C6-412A-91EF-94AF3E9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Peranan utama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E0B6F-0C46-4BB9-8740-C932F85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71675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Menyediakan infrastruktur ketelusan untuk ekosistem amal Islam Malaysia.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1D70E-837E-4C10-A179-F8063F7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apps/user/app/about/page.tsx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6C10B-3E99-4D8C-811B-FE3F295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6073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EE4A3-4ED6-4B4C-937A-D79C7FBD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FB4C3C4A-E124-4EE1-943C-9D06D2ED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013EAA28-1868-4D9D-AAB0-B1B113B6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PRINSIP TERAS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2A957-E1AB-4DAD-B338-98729CC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tonggak Amanah menjadi asas reka bentuk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AAB57-D15C-4E1E-BFCF-9CF2968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09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87FA-7EC6-4B63-BBD4-EE625F82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80DBC-17DF-45BA-9094-0381BD7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A218B-B689-41C1-A8F0-2148E60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Pengurus organisasi amal ialah pemegang amanah dana penderma. Platform ini menjadikan amanah itu kelihatan, boleh disemak dan boleh dibuktikan.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DFF4A-91F5-4727-9A13-6170AE5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009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B9D83-8F8F-4A24-A4F5-BA2F88F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3A4DC-605D-4964-A128-8221176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AF27E-036E-4B92-BD01-585270D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Ketelusan tidak berhenti pada angka kewangan. Laporan pematuhan Syariah dan bukti yang sejajar dengan AAOIFI perlu mudah dicapai, termasuk oleh organisasi kecil.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E6433-66E5-4320-A34E-4D01B29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009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2BAFA-6186-4CE3-A191-83B4833D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C5A50-3128-4210-B904-C63B0380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CECB9-A2D5-4E1A-A84B-2F8B793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 Laporan, keputusan pensijilan dan skor mempunyai sejarah yang boleh dijejaki.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EAD93-B121-4E10-B82B-2D21A1C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/about - Our principles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F9BAA-2558-4833-89FD-DC9B9150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4370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5464C-8735-4BAD-8FA2-E47D874C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55E08507-FBF7-4934-B565-E9A5DD4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48C4AD2B-5B76-4552-8935-651279D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ASAS SYARIAH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A0857-65A4-4D34-B35C-D27A2A0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Platform ini menterjemah tanggungjawab amanah kepada kawalan tadbir urus.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2B344-7991-4946-B458-B9A287B8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5D61-74DD-4D1B-8045-91C836A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960A3-415A-4AF3-80B5-B779971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D1B96-DF61-4F6B-800C-E599938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669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A28FF-16CB-4F91-A616-83DCBB9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Struktur tadbir urus perlu jelas sebelum pensijilan diberi.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8199C-73C1-4676-990D-9AFD9099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BA307-4952-4E04-93A5-CAFEAE0E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B1A7D-D0FC-46B3-B1F9-A7C07FA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F7065-C5A6-46A2-8566-486BC616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9A6FF-F8F1-430C-AAE0-F4671333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Dana amal mesti dipisahkan, direkod dan dilindungi daripada salah 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1C302-CD92-4C14-B978-DCFD729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FCA38-5935-483E-825D-5C93057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71400-DCB7-4449-BE17-325F21A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59348-CF34-46E6-965E-093833CE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0D7D3-FAE5-49F8-A0DA-EB74F86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Bantuan perlu dilapor dengan menjaga maruah penerima dan bukti impak.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8949A-8B59-4861-8ADF-D86D8371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415FE-5900-407F-8A60-B096B3F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36C48-5FFE-4571-AE33-36D5484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9F55C-71FB-4E7D-80F1-816FAFE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61BD6-338A-40D7-98FF-BF5BD57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Setiap peranan meninggalkan jejak tindakan yang boleh disemak.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56C9B-0467-472F-8DCC-58A7F2AC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88F04-1E88-44A6-A8BE-17B35578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06B27-71A2-4770-A601-5641B015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5775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22AE6-022F-42AE-B7FB-62139836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815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59F30-E633-494C-AE2B-9CD49C1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Pemantauan Syariah, FAS 9 Zakat dan garis panduan dalaman menjadi sebahagian skor.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48B1F0-9911-4C1B-A1F7-C349E5A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/about - Built on Quran and Sunnah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740DE-13A3-40AA-AB01-10F70D8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60602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45982A-1914-4906-B75C-3E588DF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7E5720F2-5505-487A-BA74-CD5E17D5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A163E529-4426-4116-BF91-C6C17ED5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PERJALANAN PENDERMA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34F4C-F988-474A-AE42-90017A4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Pengalaman memberi dibuat ringkas; lapisan pengesahan kekal ketat.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E7E83-40C7-43AE-871A-E08B456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52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26B3F-D49E-4C98-A0AC-CD3EA25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3F0CF-91B3-4FA6-8486-31F1B916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A643F-3C0F-4A6F-8E96-587ED11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Cari organisasi mengikut negeri, jenis organisasi, Amanah tier atau jenis dana.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31C70-CF6A-4C5E-8AE5-4DD8C24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152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397B2-DC12-4EF6-BFB6-9C70DAAC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9395D-0D16-4EBB-A71E-2F2213C8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90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1A763-4F56-4E8A-B82F-8928BB5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Semak laporan disahkan, penyata kewangan, nota penasihat Syariah dan pecahan skor.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64E87-DB11-4C9E-AE95-5DBDD82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152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D3112-8EC3-49BE-BBC2-2FD8A585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31148-55A2-4AF9-9212-F9DC8A50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72AC5-AF45-41B7-ABFF-2A5F09D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Bayaran masuk terus ke organisasi melalui ToyyibPay. AmanahHub tidak memegang dana.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0AA68-00E1-4134-9B09-2D03C5F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152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3696B-EC66-4E41-B110-E04CB3A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68502-A6E5-4973-9D94-D190C5E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ADB1F-5440-4122-9A06-29DAAC94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Lihat resit, sejarah sumbangan dan perkembangan impak melalui akaun percuma.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461CC-D209-421F-99E4-263012A3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/how-it-works - Your giving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509BC-36C7-4593-8AB2-56E8B98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49730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EF517-B069-4469-A9D1-B8CEA2C5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EC25CA8-69FC-4B13-80EE-28D8B40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933C3E5-9787-4E3C-BD76-FE2AE11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PENSIJILAN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1C8B9-BAB4-41DE-BE0D-EA7F4F91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CTCF menilai organisasi melalui lima lapisan; Lapisan 1 ialah syarat kelayakan.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C94B0-7639-4D66-BE0C-38FB1D7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25DA3-538D-4A44-A81B-EA92643D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907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ADCF3-0CD9-481D-839A-A08EFF1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0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2C705-0EA8-4E85-A6F7-91E1E45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6C98C-9D89-459C-A223-47DC4ED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6697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5A03F-593D-41C9-B935-EC5E2EA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3571-3317-4AEC-A5C3-261D046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43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6C862-31CD-4772-90BC-A93408A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527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5603F-3AAB-4167-B7E5-E1E8969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46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94AAC-375D-447D-B11A-1DB3AF9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1942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B7D07-C1EF-4CA8-AD40-66DDB44B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BE023-15E0-4F89-B763-CB0BCAA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95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E8EB-BACE-40A3-A2B3-EB056784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31B99-4795-428B-BE74-D8830EC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052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46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477BF-007B-4C9B-B1A8-CDBE1806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71875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CB120-E919-472B-8B26-AE27B34B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275C7-8B91-44F3-AA52-4E258CD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481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E3083-644D-42FB-BEE6-FA06D7BC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F41B4-FF21-4E2A-A6CA-8CF8A2F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576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46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E8EEA-542C-4AF9-8A1E-615C3350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24325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DC193-C6FA-406C-BDF3-A0620B9E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C6B36-383F-4926-B7BB-1A02FDA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05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9A6BF-6ABA-49B9-B31E-5D350865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0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28812-1D94-4B5B-A340-98501A15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746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E8FC5-68F0-4497-B1FF-C6F6F12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76775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66C0F-7989-4D49-B6E7-07E0E26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E9ACC0-944B-4F96-AADD-5EFDA1C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01450-6F94-4552-998C-105559D8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5ACC2-83DC-4F58-8416-CB1A819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B5A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B5A55"/>
                </a:solidFill>
                <a:latin typeface="Aptos"/>
                <a:ea typeface="Aptos"/>
                <a:cs typeface="Aptos"/>
              </a:rPr>
              <a:t>Gagal Lapisan 1 bermaksud organisasi belum layak menerima skor penuh.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BA891E-E5E0-4C49-AF19-02F999B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/how-it-works - CTCF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DD4B10-D0CA-46F9-8F49-937CA86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98649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E8223-CEA3-42C6-BB34-E32751D9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6327F979-2107-404B-B389-36BA7034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2F327B6-A874-499D-A0A6-765B45E5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8FB38-52CE-4ACD-BCF5-728F3B43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 Index ialah skor hidup yang dikira daripada bukti disahkan.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49091-C680-41DA-941F-3A21BA14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050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80C33-D9B2-4A75-9827-1DF1F82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37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D8441-8ADD-4DE7-9DE0-B7A0CA2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1D2AE-9A9D-4B72-8783-3EAD727D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86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3FB7F-10D7-46A8-9D1E-DD72008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3FE1B-5CD6-45B1-A24B-81C5013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37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AC573-B1F1-4152-8E10-3158A5D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A9863-D78C-4695-87F0-2C3B1F3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3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93102-593C-400A-B848-D5E73C4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1252F-4753-460C-8802-02D6B5A3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37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03A90-7AE1-441D-B842-FF5E48D3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152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CA006-C0F6-436D-B717-E6020C77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5FB36-3FB3-43C5-BE67-40A4084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B0009-EF87-4367-ABEB-136C012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37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02835-F95F-48C9-B0A6-1BB88CC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C5D3F-0622-4A40-9180-4FEAF888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57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D92C2-A75B-41D1-980A-054EB77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D569F-A538-4AA0-969D-BF5C5940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D37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A2B58-62FF-4333-AF56-99DBCCFE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616CF-91A8-4C69-A63D-0B85600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AD8B9-C86C-4184-9C17-704E63F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47645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A135F-13AF-4788-8BAB-E9E19D6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59422-BDD5-4DFA-A7F2-0D9929B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Skor berubah apabila laporan disahkan, certification diperbaharui atau trust event direkod. Setiap versi menyimpan timestamp, sebab perubahan dan pecahan skor.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2818F-866E-4442-A812-B5FFE6D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/how-it-works - Amanah 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A904F-5686-4676-BD0C-B897FE6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61392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BD8BA-5652-4375-9E8E-1BF0831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26E4909-8AE5-43FD-BBAF-C047B888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FCDBFB1-B0ED-4C21-94F6-F4B2FC21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ALIRAN SUMBANGAN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183D7-6BA9-478D-95B9-EBD1B07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71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Jaminan non-custodial: AGP ialah lapisan ketelusan, bukan perantara yang memegang dana.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2F5D3-835F-4C06-A77F-C6B8A1F4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AD81F-E673-4997-A2A3-9E15CD30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04FC-A3AA-4C3F-A2D6-DE22A999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53B35"/>
                </a:solidFill>
                <a:latin typeface="Aptos"/>
                <a:ea typeface="Aptos"/>
                <a:cs typeface="Aptos"/>
              </a:rPr>
              <a:t>pilih organisasi dan amaun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F3DBF-7820-4029-8D07-1B4DE00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528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EC758-6B08-4691-864E-61461DD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A408B-DA98-4CE9-8E69-C75F5F7F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A0AD9-1145-4015-8B9D-1AAB608A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53B35"/>
                </a:solidFill>
                <a:latin typeface="Aptos"/>
                <a:ea typeface="Aptos"/>
                <a:cs typeface="Aptos"/>
              </a:rPr>
              <a:t>bayaran diproses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F2A59-5706-43EF-A88F-B262C5FA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528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95DE9-7485-47CC-AA8B-61079439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A143B-3A71-4255-BDA1-60365EF0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5993D-7D4D-420C-A3BA-66C100CA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53B35"/>
                </a:solidFill>
                <a:latin typeface="Aptos"/>
                <a:ea typeface="Aptos"/>
                <a:cs typeface="Aptos"/>
              </a:rPr>
              <a:t>dana diterima terus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7D7D7-FC9A-40ED-89FB-CC4AE6C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28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FCF1A-333B-4799-9FD4-18B3BF25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9E7F6-580C-44FB-AA34-D44380C2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24A51-1D41-4826-957D-2E20E918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 sahkan bayaran dan resit dijana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58613-733A-460F-B2E7-FE3B4EDE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DA313-C9C8-4159-8010-B5298720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C701B-33CF-460B-9593-9649776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2EB5D-6E8B-40D5-BABE-E03182CE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5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53B35"/>
                </a:solidFill>
                <a:latin typeface="Aptos"/>
                <a:ea typeface="Aptos"/>
                <a:cs typeface="Aptos"/>
              </a:rPr>
              <a:t>organisasi lapor penggunaan dana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F55CC-B98C-476A-8417-A688369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Sumbangan tetamu disokong: penderma tidak wajib membuka akaun.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79938-4229-4777-ACA0-4D17F96D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/how-it-works - How donations work; ADR-003; ADR-004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812EF-F65E-4C95-A7BB-81B5B0E8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80572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6E213-9686-4D23-B941-67C4D19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C0620A64-597F-46A3-A624-366B9A2E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C3990DD-7543-4FD1-88E8-EC40710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SISTEM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6AA7F-4313-484A-82AE-CA9BC7D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permukaan produk berkongsi satu enjin bukti dan kepercayaan.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2DD53-0453-4E9F-B373-2BE2E2D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BB43A-3F1A-40DF-85A5-BB5F6BE8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9E350-4E47-49BA-862A-0F689E3B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40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403A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6969F-3F50-4B31-81B3-EE3B103A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B40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B403A"/>
                </a:solidFill>
                <a:latin typeface="Aptos"/>
                <a:ea typeface="Aptos"/>
                <a:cs typeface="Aptos"/>
              </a:rPr>
              <a:t>teroka, nilai, sumbang, ikuti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87E0B-49F2-4CC9-96C1-6C493AD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3A023-6E25-4AC8-9658-4F285731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19B6E-D575-4E8E-80E2-36E11C66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40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403A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2B290-C4E3-4BFA-8D49-AA7B2BE2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B40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B403A"/>
                </a:solidFill>
                <a:latin typeface="Aptos"/>
                <a:ea typeface="Aptos"/>
                <a:cs typeface="Aptos"/>
              </a:rPr>
              <a:t>projek, laporan, bukti, perakaunan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9E527-BA59-46FA-81B8-B0A79D5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697F3-1C9F-4B21-8867-B6BDFF4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DC601-3566-4D4B-BF79-7A81F4F0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F0D6F-0FA4-46AC-A909-66B7A23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kes, semakan, audit, penerbitan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AAA85-BF6E-4706-A90C-0D087F6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4F6A6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0C23A-2851-4EAA-845B-A29FD60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D83BD-FA85-4D2F-AFBA-F92D60DC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D1C77-29DE-45AB-8FBF-261C1874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docs/ARCHITECTURE_MAP.md dan source inspection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EA6B7-43E6-4BF9-AD49-20927DF5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45814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1AFE8-E2AA-4E5C-A9AE-EE34E370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9D2D919-A329-4317-AAF4-4C291C3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716D89D-20DC-429E-93F0-B21C5AD5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KEBERTANGGUNGJAWABAN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9D478-6903-4E6E-9B58-8A1E5AD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Mas'uliyyah dibina ke dalam seni bina, bukan diletakkan sebagai slogan.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6C19-021E-4676-8EA1-543903A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D7E89-F079-4C5B-B7B7-B7292DA8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065AB-73FB-47E0-838C-D54DBBB2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757D1-7393-4737-B0DE-F2CE338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93CF6-C4D4-4C4E-A58F-2C10A54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F9137-E82A-43B2-8427-B3316D9B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secara senyap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9968E-2ED7-4863-877A-3C2EF1B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67C7-4798-4FCA-90B2-0B575FA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65DAD-20A2-4D8B-8A90-CA6E8427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5431E-6427-45A3-8FE7-B0D08F23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862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1DB2B-68C3-44D4-A2B5-A1A2CC5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41729-7149-4B26-83DF-08B9227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logik berkuasa tinggi hanya berjalan di server-side atau Edge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A5C07-96BB-43AE-B16A-662F012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Sumber: /about principles, ADR-001, architecture 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AA444-1B38-4AEB-A9A2-B9EBCA0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8260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DA353-5856-4D7D-8913-F010933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118B3E4A-C20C-40B3-8FBC-C6A8F98C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A341193-6125-4F17-8CC5-8E26C2B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NILAI UNTUK PIHAK BERKEPENTINGAN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27398-12D7-409D-B969-5CCAEFC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Setiap pihak membaca rekod kepercayaan yang sama melalui paparan yang sesuai.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5337-0047-4061-85B7-FF2DE96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99784-A934-4C0D-BF90-201693F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98867-3619-4D97-B33E-915952FF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7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752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50AD0-60EB-48BA-82ED-398C5EDF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764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6CE51-E3D9-4E8F-8023-FAB3120F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BF361-A642-4CB2-9324-BD9864D7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6A8E8-D8C3-4064-9606-CE9B908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93DDE-5DB7-4BD8-9882-2A98DA68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7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752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CAB2F-C89A-41D2-9891-9F268006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760E2-5D96-4BA8-9C1F-0444711A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E34EE-0816-4699-92B7-4066DFF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9784E-F100-4FCF-9B7A-09B0A6D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F114D-B230-4E22-A169-6CBCE25B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7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752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CDF30-4652-4570-ACB1-37FC93D0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718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B7F7F-16C3-4E2F-9080-D78750CA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87EBF-0067-49BD-8216-ECBF2B2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F0E52-FC21-43F0-BB4F-36AB251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ABF7E-2FAD-450D-AF42-43A9740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7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752"/>
                </a:solidFill>
                <a:latin typeface="Aptos"/>
                <a:ea typeface="Aptos"/>
                <a:cs typeface="Aptos"/>
              </a:rPr>
              <a:t>melihat bukti, jejak keputusan dan certification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CF1B9-C92F-40E6-BE41-1EAEF81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95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5AE54-0E85-4946-AB7E-B8D10BC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05FFC-CB81-42E9-B9F0-BFF3071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1FB3B-E5E5-4CED-96C5-79EA1AA6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481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CD2C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49ACC-D732-49A9-B085-54D5290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75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752"/>
                </a:solidFill>
                <a:latin typeface="Aptos"/>
                <a:ea typeface="Aptos"/>
                <a:cs typeface="Aptos"/>
              </a:rPr>
              <a:t>menilai hasil program rintis dan isyarat kepercayaan awam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5CCE5-3DB3-415D-BA9A-7189296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67275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BCD20-31D4-4D6B-8B86-35F124D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53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314149-3B97-4F10-BA9B-C16905A2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AGP architecture map dan pitch notes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9CC3C-714A-4909-9DE1-33602FD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06498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A59E8-3558-47CD-B735-7C8129B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CB1CA00-EF2E-47C2-B8C2-2D71E35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43ABABA-8FC8-4B27-848F-DB692CF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PROGRAM RINTIS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52E6A-BFC8-4D5A-B037-187E77D1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04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Program rintis perlu membuktikan amalan tadbir urus, bukan sekadar angka penggunaan.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43674-919A-41CA-A689-38D499F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C2CD2-86AD-482C-9975-773A44F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3C21F-940D-4EBE-9538-0C4BB435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 terpilih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C4A69-0C81-4F66-921C-9D26C471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B23BD-E807-40DA-8B10-DE5A8A77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75D94-5115-4A84-94EB-6E720C6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F15F4-0441-4662-9845-ADEFE1E6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0863-2A7D-4390-96A1-08D8B6D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10BC1-9135-4CBA-8ACC-947F726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005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 boleh disemak, profil awam dan sejarah skor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C4C8C-15C2-4F32-B284-558E5008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A312E-B26E-4FA4-96D9-F812F67B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A17E9-27E3-4CF4-A41E-B08E267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005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untuk penderma dan kecekapan penyemak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DE2E6-C6B7-4988-9931-64F57CB7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Soalan rintis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E9FEA-379F-461A-A544-80F22B8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Bolehkah AGP menjadikan tadbir urus lebih mudah dilaksana, lebih mudah disahkan dan lebih dipercayai secara awam?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0B738-FEC7-4C1A-ACEC-6307ACF1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F"/>
                </a:solidFill>
                <a:latin typeface="Aptos"/>
                <a:ea typeface="Aptos"/>
                <a:cs typeface="Aptos"/>
              </a:rPr>
              <a:t>Sumber: pitch notes dan Phase 2 architecture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969C3-99AE-4557-8E5E-5AC402C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98298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D2AAE-30D5-40D2-ADEA-48F29187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1CF1A4AE-72B0-4E98-B667-14EDE0E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B0F8A341-1EBB-420D-A968-F057A27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KEPUTUSAN DIPERLUKAN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C9204-6D46-4896-B068-F1A4BB3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Yang diperlukan sekarang: penaja, kohort rintis, majlis tadbir dan piawaian bukti.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1954-D7BB-4800-8081-132F1E84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C839B-52DF-4AFB-81E6-D133F96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F1787-0369-4330-8469-6FB3F207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A6AAD-6592-4A46-800F-C554AFE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A5B1D-DA13-484B-A0B0-E477703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706C-9E53-48F0-883B-77EBD206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5F23E-6D33-4D21-9549-A1AAEEFB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67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94DD6-F06A-430E-92E8-1146F72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767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 dan pemilik polisi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A4336-2FE9-4144-A2F4-990A27CD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C085F-AC84-4E8C-BE84-AFB3B35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860E7-845A-421D-AB84-711F20B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BB294-592A-4167-B455-160E0EE6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danai onboarding, latihan dan pengukuhan sistem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4158F-9A07-4A2A-AFF1-9FA03EA9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30AC8-CB55-4888-A6D6-E24E16F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0ADB6-BDF2-49D8-920A-9F50124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67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B8B43-363C-4F5B-B29C-7835D0B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setuju bukti, kaedah skor dan penerbitan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70780-1A55-4CD9-8291-7A7B25A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Disediakan untuk perbincangan pihak berkepentingan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40F16-F176-4A7A-AE94-D59E63DB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22346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47985-E054-42DE-9097-C07DFEB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591BC244-DE78-4119-A71D-B7BDC68B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ACAE3FC2-250B-4391-A21B-D0F465F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E92F9-333C-4B20-8D2A-FB5DB6D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boleh menjadi infrastruktur kepercayaan bersama untuk ekosistem pemberian Islam.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29CBF-86F1-4BBE-9ABB-73DC14B1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0C834-B247-4CCB-9437-1B4763D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3C4EC-86D0-47B2-BEC0-93D08972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43C0D-7B76-48EB-9D9D-18BD2CE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55599-799C-4144-85F7-AFCDB3B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AGP Melayu stakeholder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23E73-946E-4EFE-8E3A-19244E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9269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2026-07-07T15:39:33.2960000Z</dcterms:created>
  <dcterms:modified xsi:type="dcterms:W3CDTF">2026-07-07T15:39:33.2960000Z</dcterms:modified>
</coreProperties>
</file>